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fia Osorio" userId="265b7080-5772-4045-aded-a4bff660a8c0" providerId="ADAL" clId="{8E949BBF-96E1-4D49-AF99-1DFE63B7008B}"/>
    <pc:docChg chg="undo custSel modSld">
      <pc:chgData name="Sofia Osorio" userId="265b7080-5772-4045-aded-a4bff660a8c0" providerId="ADAL" clId="{8E949BBF-96E1-4D49-AF99-1DFE63B7008B}" dt="2026-04-28T15:16:35.044" v="110" actId="207"/>
      <pc:docMkLst>
        <pc:docMk/>
      </pc:docMkLst>
      <pc:sldChg chg="addSp delSp modSp mod">
        <pc:chgData name="Sofia Osorio" userId="265b7080-5772-4045-aded-a4bff660a8c0" providerId="ADAL" clId="{8E949BBF-96E1-4D49-AF99-1DFE63B7008B}" dt="2026-04-28T15:16:35.044" v="110" actId="207"/>
        <pc:sldMkLst>
          <pc:docMk/>
          <pc:sldMk cId="2555675199" sldId="256"/>
        </pc:sldMkLst>
        <pc:spChg chg="add mod">
          <ac:chgData name="Sofia Osorio" userId="265b7080-5772-4045-aded-a4bff660a8c0" providerId="ADAL" clId="{8E949BBF-96E1-4D49-AF99-1DFE63B7008B}" dt="2026-04-28T15:15:32.200" v="81" actId="1076"/>
          <ac:spMkLst>
            <pc:docMk/>
            <pc:sldMk cId="2555675199" sldId="256"/>
            <ac:spMk id="2" creationId="{A0D0CE72-F488-061A-5292-C4B8B40007C0}"/>
          </ac:spMkLst>
        </pc:spChg>
        <pc:spChg chg="add mod">
          <ac:chgData name="Sofia Osorio" userId="265b7080-5772-4045-aded-a4bff660a8c0" providerId="ADAL" clId="{8E949BBF-96E1-4D49-AF99-1DFE63B7008B}" dt="2026-04-28T15:16:35.044" v="110" actId="207"/>
          <ac:spMkLst>
            <pc:docMk/>
            <pc:sldMk cId="2555675199" sldId="256"/>
            <ac:spMk id="3" creationId="{BC9EA9D7-6FD7-6A48-D3DA-308E542547C0}"/>
          </ac:spMkLst>
        </pc:spChg>
        <pc:spChg chg="mod">
          <ac:chgData name="Sofia Osorio" userId="265b7080-5772-4045-aded-a4bff660a8c0" providerId="ADAL" clId="{8E949BBF-96E1-4D49-AF99-1DFE63B7008B}" dt="2026-04-28T15:15:34.821" v="82" actId="1076"/>
          <ac:spMkLst>
            <pc:docMk/>
            <pc:sldMk cId="2555675199" sldId="256"/>
            <ac:spMk id="4" creationId="{280EDF61-8F56-61B2-281C-245419938617}"/>
          </ac:spMkLst>
        </pc:spChg>
        <pc:spChg chg="add mod">
          <ac:chgData name="Sofia Osorio" userId="265b7080-5772-4045-aded-a4bff660a8c0" providerId="ADAL" clId="{8E949BBF-96E1-4D49-AF99-1DFE63B7008B}" dt="2026-04-28T15:15:49.601" v="92" actId="20577"/>
          <ac:spMkLst>
            <pc:docMk/>
            <pc:sldMk cId="2555675199" sldId="256"/>
            <ac:spMk id="5" creationId="{78223709-9350-50E1-99DE-21E2DADF548B}"/>
          </ac:spMkLst>
        </pc:spChg>
        <pc:spChg chg="add del mod">
          <ac:chgData name="Sofia Osorio" userId="265b7080-5772-4045-aded-a4bff660a8c0" providerId="ADAL" clId="{8E949BBF-96E1-4D49-AF99-1DFE63B7008B}" dt="2026-04-28T15:15:32.200" v="81" actId="1076"/>
          <ac:spMkLst>
            <pc:docMk/>
            <pc:sldMk cId="2555675199" sldId="256"/>
            <ac:spMk id="6" creationId="{1BF602AB-349D-D46A-947C-3711EF596C96}"/>
          </ac:spMkLst>
        </pc:spChg>
        <pc:spChg chg="del">
          <ac:chgData name="Sofia Osorio" userId="265b7080-5772-4045-aded-a4bff660a8c0" providerId="ADAL" clId="{8E949BBF-96E1-4D49-AF99-1DFE63B7008B}" dt="2026-04-28T15:14:05.893" v="10" actId="478"/>
          <ac:spMkLst>
            <pc:docMk/>
            <pc:sldMk cId="2555675199" sldId="256"/>
            <ac:spMk id="8" creationId="{57B3CF95-8DCF-29F2-20E3-4F6F483CE42E}"/>
          </ac:spMkLst>
        </pc:spChg>
        <pc:spChg chg="del mod">
          <ac:chgData name="Sofia Osorio" userId="265b7080-5772-4045-aded-a4bff660a8c0" providerId="ADAL" clId="{8E949BBF-96E1-4D49-AF99-1DFE63B7008B}" dt="2026-04-28T15:14:02.906" v="8" actId="478"/>
          <ac:spMkLst>
            <pc:docMk/>
            <pc:sldMk cId="2555675199" sldId="256"/>
            <ac:spMk id="9" creationId="{8957A620-D359-33AC-B1E4-76E81CCAC9DD}"/>
          </ac:spMkLst>
        </pc:spChg>
        <pc:spChg chg="del">
          <ac:chgData name="Sofia Osorio" userId="265b7080-5772-4045-aded-a4bff660a8c0" providerId="ADAL" clId="{8E949BBF-96E1-4D49-AF99-1DFE63B7008B}" dt="2026-04-28T15:14:03.820" v="9" actId="478"/>
          <ac:spMkLst>
            <pc:docMk/>
            <pc:sldMk cId="2555675199" sldId="256"/>
            <ac:spMk id="10" creationId="{F37C30F8-0C6C-54EF-DDAE-FF82C199F852}"/>
          </ac:spMkLst>
        </pc:spChg>
        <pc:spChg chg="del">
          <ac:chgData name="Sofia Osorio" userId="265b7080-5772-4045-aded-a4bff660a8c0" providerId="ADAL" clId="{8E949BBF-96E1-4D49-AF99-1DFE63B7008B}" dt="2026-04-28T15:13:54.803" v="0" actId="478"/>
          <ac:spMkLst>
            <pc:docMk/>
            <pc:sldMk cId="2555675199" sldId="256"/>
            <ac:spMk id="20" creationId="{CCEDA82D-CEC2-F0E7-DC95-6C630CECD279}"/>
          </ac:spMkLst>
        </pc:spChg>
        <pc:spChg chg="del">
          <ac:chgData name="Sofia Osorio" userId="265b7080-5772-4045-aded-a4bff660a8c0" providerId="ADAL" clId="{8E949BBF-96E1-4D49-AF99-1DFE63B7008B}" dt="2026-04-28T15:13:56.882" v="1" actId="478"/>
          <ac:spMkLst>
            <pc:docMk/>
            <pc:sldMk cId="2555675199" sldId="256"/>
            <ac:spMk id="21" creationId="{71F68689-EBFB-8C2E-BEB9-1607E63C2CD9}"/>
          </ac:spMkLst>
        </pc:spChg>
        <pc:spChg chg="del mod">
          <ac:chgData name="Sofia Osorio" userId="265b7080-5772-4045-aded-a4bff660a8c0" providerId="ADAL" clId="{8E949BBF-96E1-4D49-AF99-1DFE63B7008B}" dt="2026-04-28T15:13:58.653" v="3" actId="478"/>
          <ac:spMkLst>
            <pc:docMk/>
            <pc:sldMk cId="2555675199" sldId="256"/>
            <ac:spMk id="22" creationId="{8264F858-BDE1-1EF2-4254-B413C577E0D5}"/>
          </ac:spMkLst>
        </pc:spChg>
        <pc:spChg chg="del">
          <ac:chgData name="Sofia Osorio" userId="265b7080-5772-4045-aded-a4bff660a8c0" providerId="ADAL" clId="{8E949BBF-96E1-4D49-AF99-1DFE63B7008B}" dt="2026-04-28T15:13:56.882" v="1" actId="478"/>
          <ac:spMkLst>
            <pc:docMk/>
            <pc:sldMk cId="2555675199" sldId="256"/>
            <ac:spMk id="27" creationId="{CC654A6B-4B34-0440-2869-6E1C2E33721E}"/>
          </ac:spMkLst>
        </pc:spChg>
        <pc:spChg chg="del">
          <ac:chgData name="Sofia Osorio" userId="265b7080-5772-4045-aded-a4bff660a8c0" providerId="ADAL" clId="{8E949BBF-96E1-4D49-AF99-1DFE63B7008B}" dt="2026-04-28T15:13:56.882" v="1" actId="478"/>
          <ac:spMkLst>
            <pc:docMk/>
            <pc:sldMk cId="2555675199" sldId="256"/>
            <ac:spMk id="28" creationId="{2CEE22F2-0676-1EBE-B93B-862484E54FC3}"/>
          </ac:spMkLst>
        </pc:spChg>
        <pc:spChg chg="del">
          <ac:chgData name="Sofia Osorio" userId="265b7080-5772-4045-aded-a4bff660a8c0" providerId="ADAL" clId="{8E949BBF-96E1-4D49-AF99-1DFE63B7008B}" dt="2026-04-28T15:13:56.882" v="1" actId="478"/>
          <ac:spMkLst>
            <pc:docMk/>
            <pc:sldMk cId="2555675199" sldId="256"/>
            <ac:spMk id="29" creationId="{9F800150-BBB4-CDE1-B5EF-9C00ED707DDA}"/>
          </ac:spMkLst>
        </pc:spChg>
        <pc:spChg chg="del">
          <ac:chgData name="Sofia Osorio" userId="265b7080-5772-4045-aded-a4bff660a8c0" providerId="ADAL" clId="{8E949BBF-96E1-4D49-AF99-1DFE63B7008B}" dt="2026-04-28T15:13:56.882" v="1" actId="478"/>
          <ac:spMkLst>
            <pc:docMk/>
            <pc:sldMk cId="2555675199" sldId="256"/>
            <ac:spMk id="30" creationId="{89CCED55-ABD8-5F25-656B-4D6E566464B2}"/>
          </ac:spMkLst>
        </pc:spChg>
        <pc:spChg chg="del">
          <ac:chgData name="Sofia Osorio" userId="265b7080-5772-4045-aded-a4bff660a8c0" providerId="ADAL" clId="{8E949BBF-96E1-4D49-AF99-1DFE63B7008B}" dt="2026-04-28T15:13:56.882" v="1" actId="478"/>
          <ac:spMkLst>
            <pc:docMk/>
            <pc:sldMk cId="2555675199" sldId="256"/>
            <ac:spMk id="31" creationId="{0053078E-A887-6874-F73E-11C4DADD9CDC}"/>
          </ac:spMkLst>
        </pc:spChg>
        <pc:spChg chg="del">
          <ac:chgData name="Sofia Osorio" userId="265b7080-5772-4045-aded-a4bff660a8c0" providerId="ADAL" clId="{8E949BBF-96E1-4D49-AF99-1DFE63B7008B}" dt="2026-04-28T15:13:56.882" v="1" actId="478"/>
          <ac:spMkLst>
            <pc:docMk/>
            <pc:sldMk cId="2555675199" sldId="256"/>
            <ac:spMk id="32" creationId="{5CD7DDFF-5F34-7A02-D8F2-79695D6355A0}"/>
          </ac:spMkLst>
        </pc:spChg>
        <pc:spChg chg="del">
          <ac:chgData name="Sofia Osorio" userId="265b7080-5772-4045-aded-a4bff660a8c0" providerId="ADAL" clId="{8E949BBF-96E1-4D49-AF99-1DFE63B7008B}" dt="2026-04-28T15:13:56.882" v="1" actId="478"/>
          <ac:spMkLst>
            <pc:docMk/>
            <pc:sldMk cId="2555675199" sldId="256"/>
            <ac:spMk id="33" creationId="{4163C381-7E7F-EA1C-8651-1972104A0EF0}"/>
          </ac:spMkLst>
        </pc:spChg>
        <pc:spChg chg="del">
          <ac:chgData name="Sofia Osorio" userId="265b7080-5772-4045-aded-a4bff660a8c0" providerId="ADAL" clId="{8E949BBF-96E1-4D49-AF99-1DFE63B7008B}" dt="2026-04-28T15:13:56.882" v="1" actId="478"/>
          <ac:spMkLst>
            <pc:docMk/>
            <pc:sldMk cId="2555675199" sldId="256"/>
            <ac:spMk id="34" creationId="{F49BC1CA-E88B-6F59-C7F1-0F980C771B8B}"/>
          </ac:spMkLst>
        </pc:spChg>
        <pc:spChg chg="del">
          <ac:chgData name="Sofia Osorio" userId="265b7080-5772-4045-aded-a4bff660a8c0" providerId="ADAL" clId="{8E949BBF-96E1-4D49-AF99-1DFE63B7008B}" dt="2026-04-28T15:13:56.882" v="1" actId="478"/>
          <ac:spMkLst>
            <pc:docMk/>
            <pc:sldMk cId="2555675199" sldId="256"/>
            <ac:spMk id="35" creationId="{82E1F9BF-8174-4F42-D2C3-1DAD0E6A76F4}"/>
          </ac:spMkLst>
        </pc:spChg>
        <pc:spChg chg="del">
          <ac:chgData name="Sofia Osorio" userId="265b7080-5772-4045-aded-a4bff660a8c0" providerId="ADAL" clId="{8E949BBF-96E1-4D49-AF99-1DFE63B7008B}" dt="2026-04-28T15:13:56.882" v="1" actId="478"/>
          <ac:spMkLst>
            <pc:docMk/>
            <pc:sldMk cId="2555675199" sldId="256"/>
            <ac:spMk id="36" creationId="{0C99DF6B-13E2-2E02-F238-EE146E54BFC0}"/>
          </ac:spMkLst>
        </pc:spChg>
        <pc:spChg chg="del">
          <ac:chgData name="Sofia Osorio" userId="265b7080-5772-4045-aded-a4bff660a8c0" providerId="ADAL" clId="{8E949BBF-96E1-4D49-AF99-1DFE63B7008B}" dt="2026-04-28T15:13:56.882" v="1" actId="478"/>
          <ac:spMkLst>
            <pc:docMk/>
            <pc:sldMk cId="2555675199" sldId="256"/>
            <ac:spMk id="53" creationId="{8A597F9C-B598-562B-A995-2E2C93874A73}"/>
          </ac:spMkLst>
        </pc:spChg>
        <pc:spChg chg="del">
          <ac:chgData name="Sofia Osorio" userId="265b7080-5772-4045-aded-a4bff660a8c0" providerId="ADAL" clId="{8E949BBF-96E1-4D49-AF99-1DFE63B7008B}" dt="2026-04-28T15:13:56.882" v="1" actId="478"/>
          <ac:spMkLst>
            <pc:docMk/>
            <pc:sldMk cId="2555675199" sldId="256"/>
            <ac:spMk id="54" creationId="{708900A6-8784-5B9E-3366-7ECEA497050B}"/>
          </ac:spMkLst>
        </pc:spChg>
        <pc:spChg chg="del">
          <ac:chgData name="Sofia Osorio" userId="265b7080-5772-4045-aded-a4bff660a8c0" providerId="ADAL" clId="{8E949BBF-96E1-4D49-AF99-1DFE63B7008B}" dt="2026-04-28T15:13:56.882" v="1" actId="478"/>
          <ac:spMkLst>
            <pc:docMk/>
            <pc:sldMk cId="2555675199" sldId="256"/>
            <ac:spMk id="55" creationId="{8DEE41D6-B2B6-1898-D141-DF851A6FE498}"/>
          </ac:spMkLst>
        </pc:spChg>
        <pc:spChg chg="del">
          <ac:chgData name="Sofia Osorio" userId="265b7080-5772-4045-aded-a4bff660a8c0" providerId="ADAL" clId="{8E949BBF-96E1-4D49-AF99-1DFE63B7008B}" dt="2026-04-28T15:13:56.882" v="1" actId="478"/>
          <ac:spMkLst>
            <pc:docMk/>
            <pc:sldMk cId="2555675199" sldId="256"/>
            <ac:spMk id="58" creationId="{1F30A017-6801-2827-09F7-26FD236BECDB}"/>
          </ac:spMkLst>
        </pc:spChg>
        <pc:spChg chg="del">
          <ac:chgData name="Sofia Osorio" userId="265b7080-5772-4045-aded-a4bff660a8c0" providerId="ADAL" clId="{8E949BBF-96E1-4D49-AF99-1DFE63B7008B}" dt="2026-04-28T15:13:56.882" v="1" actId="478"/>
          <ac:spMkLst>
            <pc:docMk/>
            <pc:sldMk cId="2555675199" sldId="256"/>
            <ac:spMk id="59" creationId="{544491A0-AA6F-B2BA-4F46-F9B089AC0739}"/>
          </ac:spMkLst>
        </pc:spChg>
        <pc:spChg chg="del">
          <ac:chgData name="Sofia Osorio" userId="265b7080-5772-4045-aded-a4bff660a8c0" providerId="ADAL" clId="{8E949BBF-96E1-4D49-AF99-1DFE63B7008B}" dt="2026-04-28T15:13:56.882" v="1" actId="478"/>
          <ac:spMkLst>
            <pc:docMk/>
            <pc:sldMk cId="2555675199" sldId="256"/>
            <ac:spMk id="60" creationId="{DD2E509A-A9A1-A18C-BE2F-CF1BF2FC5420}"/>
          </ac:spMkLst>
        </pc:spChg>
        <pc:cxnChg chg="del mod">
          <ac:chgData name="Sofia Osorio" userId="265b7080-5772-4045-aded-a4bff660a8c0" providerId="ADAL" clId="{8E949BBF-96E1-4D49-AF99-1DFE63B7008B}" dt="2026-04-28T15:13:59.973" v="5" actId="478"/>
          <ac:cxnSpMkLst>
            <pc:docMk/>
            <pc:sldMk cId="2555675199" sldId="256"/>
            <ac:cxnSpMk id="12" creationId="{CB602A2A-2C8C-ACC9-343C-D744BA56FA91}"/>
          </ac:cxnSpMkLst>
        </pc:cxnChg>
        <pc:cxnChg chg="del mod">
          <ac:chgData name="Sofia Osorio" userId="265b7080-5772-4045-aded-a4bff660a8c0" providerId="ADAL" clId="{8E949BBF-96E1-4D49-AF99-1DFE63B7008B}" dt="2026-04-28T15:14:00.892" v="6" actId="478"/>
          <ac:cxnSpMkLst>
            <pc:docMk/>
            <pc:sldMk cId="2555675199" sldId="256"/>
            <ac:cxnSpMk id="13" creationId="{3E8F81DA-FA3C-0C31-EED7-BD51912DE4F9}"/>
          </ac:cxnSpMkLst>
        </pc:cxnChg>
        <pc:cxnChg chg="del mod">
          <ac:chgData name="Sofia Osorio" userId="265b7080-5772-4045-aded-a4bff660a8c0" providerId="ADAL" clId="{8E949BBF-96E1-4D49-AF99-1DFE63B7008B}" dt="2026-04-28T15:13:59.129" v="4" actId="478"/>
          <ac:cxnSpMkLst>
            <pc:docMk/>
            <pc:sldMk cId="2555675199" sldId="256"/>
            <ac:cxnSpMk id="23" creationId="{0C5A3E40-1927-1B06-5449-79BDE38A2ACD}"/>
          </ac:cxnSpMkLst>
        </pc:cxnChg>
        <pc:cxnChg chg="del mod">
          <ac:chgData name="Sofia Osorio" userId="265b7080-5772-4045-aded-a4bff660a8c0" providerId="ADAL" clId="{8E949BBF-96E1-4D49-AF99-1DFE63B7008B}" dt="2026-04-28T15:13:56.882" v="1" actId="478"/>
          <ac:cxnSpMkLst>
            <pc:docMk/>
            <pc:sldMk cId="2555675199" sldId="256"/>
            <ac:cxnSpMk id="38" creationId="{5EB75727-AE63-865A-BFF5-34B128F53107}"/>
          </ac:cxnSpMkLst>
        </pc:cxnChg>
        <pc:cxnChg chg="del mod">
          <ac:chgData name="Sofia Osorio" userId="265b7080-5772-4045-aded-a4bff660a8c0" providerId="ADAL" clId="{8E949BBF-96E1-4D49-AF99-1DFE63B7008B}" dt="2026-04-28T15:13:56.882" v="1" actId="478"/>
          <ac:cxnSpMkLst>
            <pc:docMk/>
            <pc:sldMk cId="2555675199" sldId="256"/>
            <ac:cxnSpMk id="41" creationId="{A4EF4E03-4EF9-4A3E-47F2-5DB6AFBD3A2C}"/>
          </ac:cxnSpMkLst>
        </pc:cxnChg>
        <pc:cxnChg chg="del mod">
          <ac:chgData name="Sofia Osorio" userId="265b7080-5772-4045-aded-a4bff660a8c0" providerId="ADAL" clId="{8E949BBF-96E1-4D49-AF99-1DFE63B7008B}" dt="2026-04-28T15:13:56.882" v="1" actId="478"/>
          <ac:cxnSpMkLst>
            <pc:docMk/>
            <pc:sldMk cId="2555675199" sldId="256"/>
            <ac:cxnSpMk id="48" creationId="{C239D175-FAF3-A54F-5871-77CDFFFE9698}"/>
          </ac:cxnSpMkLst>
        </pc:cxnChg>
        <pc:cxnChg chg="del mod">
          <ac:chgData name="Sofia Osorio" userId="265b7080-5772-4045-aded-a4bff660a8c0" providerId="ADAL" clId="{8E949BBF-96E1-4D49-AF99-1DFE63B7008B}" dt="2026-04-28T15:13:56.882" v="1" actId="478"/>
          <ac:cxnSpMkLst>
            <pc:docMk/>
            <pc:sldMk cId="2555675199" sldId="256"/>
            <ac:cxnSpMk id="56" creationId="{85F67ADD-E11D-8592-AA07-36075548900F}"/>
          </ac:cxnSpMkLst>
        </pc:cxnChg>
        <pc:cxnChg chg="del mod">
          <ac:chgData name="Sofia Osorio" userId="265b7080-5772-4045-aded-a4bff660a8c0" providerId="ADAL" clId="{8E949BBF-96E1-4D49-AF99-1DFE63B7008B}" dt="2026-04-28T15:13:56.882" v="1" actId="478"/>
          <ac:cxnSpMkLst>
            <pc:docMk/>
            <pc:sldMk cId="2555675199" sldId="256"/>
            <ac:cxnSpMk id="57" creationId="{145A28A4-B3AA-4B7B-E76C-4ABC4560AF5D}"/>
          </ac:cxnSpMkLst>
        </pc:cxnChg>
        <pc:cxnChg chg="del mod">
          <ac:chgData name="Sofia Osorio" userId="265b7080-5772-4045-aded-a4bff660a8c0" providerId="ADAL" clId="{8E949BBF-96E1-4D49-AF99-1DFE63B7008B}" dt="2026-04-28T15:13:56.882" v="1" actId="478"/>
          <ac:cxnSpMkLst>
            <pc:docMk/>
            <pc:sldMk cId="2555675199" sldId="256"/>
            <ac:cxnSpMk id="61" creationId="{03A816CA-32D9-426A-D138-ECC1DC1A789F}"/>
          </ac:cxnSpMkLst>
        </pc:cxnChg>
        <pc:cxnChg chg="del mod">
          <ac:chgData name="Sofia Osorio" userId="265b7080-5772-4045-aded-a4bff660a8c0" providerId="ADAL" clId="{8E949BBF-96E1-4D49-AF99-1DFE63B7008B}" dt="2026-04-28T15:13:56.882" v="1" actId="478"/>
          <ac:cxnSpMkLst>
            <pc:docMk/>
            <pc:sldMk cId="2555675199" sldId="256"/>
            <ac:cxnSpMk id="62" creationId="{C7E7FE60-26AF-A31A-CA4F-C1A6151B3F40}"/>
          </ac:cxnSpMkLst>
        </pc:cxnChg>
      </pc:sldChg>
    </pc:docChg>
  </pc:docChgLst>
  <pc:docChgLst>
    <pc:chgData name="Sofia Osorio" userId="265b7080-5772-4045-aded-a4bff660a8c0" providerId="ADAL" clId="{F6B4ACC2-A450-47AF-8788-E7E62E5523AC}"/>
    <pc:docChg chg="undo custSel modSld">
      <pc:chgData name="Sofia Osorio" userId="265b7080-5772-4045-aded-a4bff660a8c0" providerId="ADAL" clId="{F6B4ACC2-A450-47AF-8788-E7E62E5523AC}" dt="2026-04-28T15:10:38.048" v="276" actId="20577"/>
      <pc:docMkLst>
        <pc:docMk/>
      </pc:docMkLst>
      <pc:sldChg chg="addSp delSp modSp mod">
        <pc:chgData name="Sofia Osorio" userId="265b7080-5772-4045-aded-a4bff660a8c0" providerId="ADAL" clId="{F6B4ACC2-A450-47AF-8788-E7E62E5523AC}" dt="2026-04-28T15:10:38.048" v="276" actId="20577"/>
        <pc:sldMkLst>
          <pc:docMk/>
          <pc:sldMk cId="2555675199" sldId="256"/>
        </pc:sldMkLst>
        <pc:spChg chg="mod">
          <ac:chgData name="Sofia Osorio" userId="265b7080-5772-4045-aded-a4bff660a8c0" providerId="ADAL" clId="{F6B4ACC2-A450-47AF-8788-E7E62E5523AC}" dt="2026-04-28T15:08:19.994" v="127" actId="1076"/>
          <ac:spMkLst>
            <pc:docMk/>
            <pc:sldMk cId="2555675199" sldId="256"/>
            <ac:spMk id="6" creationId="{1BF602AB-349D-D46A-947C-3711EF596C96}"/>
          </ac:spMkLst>
        </pc:spChg>
        <pc:spChg chg="add del mod">
          <ac:chgData name="Sofia Osorio" userId="265b7080-5772-4045-aded-a4bff660a8c0" providerId="ADAL" clId="{F6B4ACC2-A450-47AF-8788-E7E62E5523AC}" dt="2026-04-28T15:10:38.048" v="276" actId="20577"/>
          <ac:spMkLst>
            <pc:docMk/>
            <pc:sldMk cId="2555675199" sldId="256"/>
            <ac:spMk id="20" creationId="{CCEDA82D-CEC2-F0E7-DC95-6C630CECD279}"/>
          </ac:spMkLst>
        </pc:spChg>
        <pc:spChg chg="mod ord">
          <ac:chgData name="Sofia Osorio" userId="265b7080-5772-4045-aded-a4bff660a8c0" providerId="ADAL" clId="{F6B4ACC2-A450-47AF-8788-E7E62E5523AC}" dt="2026-04-28T15:08:14.727" v="126" actId="1076"/>
          <ac:spMkLst>
            <pc:docMk/>
            <pc:sldMk cId="2555675199" sldId="256"/>
            <ac:spMk id="22" creationId="{8264F858-BDE1-1EF2-4254-B413C577E0D5}"/>
          </ac:spMkLst>
        </pc:spChg>
        <pc:spChg chg="add mod">
          <ac:chgData name="Sofia Osorio" userId="265b7080-5772-4045-aded-a4bff660a8c0" providerId="ADAL" clId="{F6B4ACC2-A450-47AF-8788-E7E62E5523AC}" dt="2026-04-28T15:10:23.620" v="258" actId="20577"/>
          <ac:spMkLst>
            <pc:docMk/>
            <pc:sldMk cId="2555675199" sldId="256"/>
            <ac:spMk id="27" creationId="{CC654A6B-4B34-0440-2869-6E1C2E33721E}"/>
          </ac:spMkLst>
        </pc:spChg>
        <pc:spChg chg="add mod">
          <ac:chgData name="Sofia Osorio" userId="265b7080-5772-4045-aded-a4bff660a8c0" providerId="ADAL" clId="{F6B4ACC2-A450-47AF-8788-E7E62E5523AC}" dt="2026-04-28T15:06:29.004" v="15" actId="1076"/>
          <ac:spMkLst>
            <pc:docMk/>
            <pc:sldMk cId="2555675199" sldId="256"/>
            <ac:spMk id="28" creationId="{2CEE22F2-0676-1EBE-B93B-862484E54FC3}"/>
          </ac:spMkLst>
        </pc:spChg>
        <pc:spChg chg="add mod">
          <ac:chgData name="Sofia Osorio" userId="265b7080-5772-4045-aded-a4bff660a8c0" providerId="ADAL" clId="{F6B4ACC2-A450-47AF-8788-E7E62E5523AC}" dt="2026-04-28T15:10:20.140" v="249" actId="20577"/>
          <ac:spMkLst>
            <pc:docMk/>
            <pc:sldMk cId="2555675199" sldId="256"/>
            <ac:spMk id="29" creationId="{9F800150-BBB4-CDE1-B5EF-9C00ED707DDA}"/>
          </ac:spMkLst>
        </pc:spChg>
        <pc:spChg chg="add mod">
          <ac:chgData name="Sofia Osorio" userId="265b7080-5772-4045-aded-a4bff660a8c0" providerId="ADAL" clId="{F6B4ACC2-A450-47AF-8788-E7E62E5523AC}" dt="2026-04-28T15:07:02.443" v="34" actId="20577"/>
          <ac:spMkLst>
            <pc:docMk/>
            <pc:sldMk cId="2555675199" sldId="256"/>
            <ac:spMk id="30" creationId="{89CCED55-ABD8-5F25-656B-4D6E566464B2}"/>
          </ac:spMkLst>
        </pc:spChg>
        <pc:spChg chg="add mod">
          <ac:chgData name="Sofia Osorio" userId="265b7080-5772-4045-aded-a4bff660a8c0" providerId="ADAL" clId="{F6B4ACC2-A450-47AF-8788-E7E62E5523AC}" dt="2026-04-28T15:10:29.360" v="267" actId="20577"/>
          <ac:spMkLst>
            <pc:docMk/>
            <pc:sldMk cId="2555675199" sldId="256"/>
            <ac:spMk id="31" creationId="{0053078E-A887-6874-F73E-11C4DADD9CDC}"/>
          </ac:spMkLst>
        </pc:spChg>
        <pc:spChg chg="add mod">
          <ac:chgData name="Sofia Osorio" userId="265b7080-5772-4045-aded-a4bff660a8c0" providerId="ADAL" clId="{F6B4ACC2-A450-47AF-8788-E7E62E5523AC}" dt="2026-04-28T15:07:05.220" v="42" actId="20577"/>
          <ac:spMkLst>
            <pc:docMk/>
            <pc:sldMk cId="2555675199" sldId="256"/>
            <ac:spMk id="32" creationId="{5CD7DDFF-5F34-7A02-D8F2-79695D6355A0}"/>
          </ac:spMkLst>
        </pc:spChg>
        <pc:spChg chg="add mod">
          <ac:chgData name="Sofia Osorio" userId="265b7080-5772-4045-aded-a4bff660a8c0" providerId="ADAL" clId="{F6B4ACC2-A450-47AF-8788-E7E62E5523AC}" dt="2026-04-28T15:09:37.356" v="160" actId="122"/>
          <ac:spMkLst>
            <pc:docMk/>
            <pc:sldMk cId="2555675199" sldId="256"/>
            <ac:spMk id="33" creationId="{4163C381-7E7F-EA1C-8651-1972104A0EF0}"/>
          </ac:spMkLst>
        </pc:spChg>
        <pc:spChg chg="add mod">
          <ac:chgData name="Sofia Osorio" userId="265b7080-5772-4045-aded-a4bff660a8c0" providerId="ADAL" clId="{F6B4ACC2-A450-47AF-8788-E7E62E5523AC}" dt="2026-04-28T15:08:07.590" v="124" actId="122"/>
          <ac:spMkLst>
            <pc:docMk/>
            <pc:sldMk cId="2555675199" sldId="256"/>
            <ac:spMk id="34" creationId="{F49BC1CA-E88B-6F59-C7F1-0F980C771B8B}"/>
          </ac:spMkLst>
        </pc:spChg>
        <pc:spChg chg="add mod">
          <ac:chgData name="Sofia Osorio" userId="265b7080-5772-4045-aded-a4bff660a8c0" providerId="ADAL" clId="{F6B4ACC2-A450-47AF-8788-E7E62E5523AC}" dt="2026-04-28T15:08:58.650" v="140" actId="1076"/>
          <ac:spMkLst>
            <pc:docMk/>
            <pc:sldMk cId="2555675199" sldId="256"/>
            <ac:spMk id="35" creationId="{82E1F9BF-8174-4F42-D2C3-1DAD0E6A76F4}"/>
          </ac:spMkLst>
        </pc:spChg>
        <pc:spChg chg="add mod">
          <ac:chgData name="Sofia Osorio" userId="265b7080-5772-4045-aded-a4bff660a8c0" providerId="ADAL" clId="{F6B4ACC2-A450-47AF-8788-E7E62E5523AC}" dt="2026-04-28T15:09:06.875" v="144" actId="1076"/>
          <ac:spMkLst>
            <pc:docMk/>
            <pc:sldMk cId="2555675199" sldId="256"/>
            <ac:spMk id="36" creationId="{0C99DF6B-13E2-2E02-F238-EE146E54BFC0}"/>
          </ac:spMkLst>
        </pc:spChg>
        <pc:spChg chg="add mod">
          <ac:chgData name="Sofia Osorio" userId="265b7080-5772-4045-aded-a4bff660a8c0" providerId="ADAL" clId="{F6B4ACC2-A450-47AF-8788-E7E62E5523AC}" dt="2026-04-28T15:09:35.726" v="159" actId="122"/>
          <ac:spMkLst>
            <pc:docMk/>
            <pc:sldMk cId="2555675199" sldId="256"/>
            <ac:spMk id="53" creationId="{8A597F9C-B598-562B-A995-2E2C93874A73}"/>
          </ac:spMkLst>
        </pc:spChg>
        <pc:spChg chg="add mod">
          <ac:chgData name="Sofia Osorio" userId="265b7080-5772-4045-aded-a4bff660a8c0" providerId="ADAL" clId="{F6B4ACC2-A450-47AF-8788-E7E62E5523AC}" dt="2026-04-28T15:09:41.800" v="171" actId="20577"/>
          <ac:spMkLst>
            <pc:docMk/>
            <pc:sldMk cId="2555675199" sldId="256"/>
            <ac:spMk id="54" creationId="{708900A6-8784-5B9E-3366-7ECEA497050B}"/>
          </ac:spMkLst>
        </pc:spChg>
        <pc:spChg chg="add mod">
          <ac:chgData name="Sofia Osorio" userId="265b7080-5772-4045-aded-a4bff660a8c0" providerId="ADAL" clId="{F6B4ACC2-A450-47AF-8788-E7E62E5523AC}" dt="2026-04-28T15:09:47.781" v="190" actId="20577"/>
          <ac:spMkLst>
            <pc:docMk/>
            <pc:sldMk cId="2555675199" sldId="256"/>
            <ac:spMk id="55" creationId="{8DEE41D6-B2B6-1898-D141-DF851A6FE498}"/>
          </ac:spMkLst>
        </pc:spChg>
        <pc:spChg chg="add mod">
          <ac:chgData name="Sofia Osorio" userId="265b7080-5772-4045-aded-a4bff660a8c0" providerId="ADAL" clId="{F6B4ACC2-A450-47AF-8788-E7E62E5523AC}" dt="2026-04-28T15:10:03.181" v="206" actId="122"/>
          <ac:spMkLst>
            <pc:docMk/>
            <pc:sldMk cId="2555675199" sldId="256"/>
            <ac:spMk id="58" creationId="{1F30A017-6801-2827-09F7-26FD236BECDB}"/>
          </ac:spMkLst>
        </pc:spChg>
        <pc:spChg chg="add mod">
          <ac:chgData name="Sofia Osorio" userId="265b7080-5772-4045-aded-a4bff660a8c0" providerId="ADAL" clId="{F6B4ACC2-A450-47AF-8788-E7E62E5523AC}" dt="2026-04-28T15:10:07.843" v="223" actId="20577"/>
          <ac:spMkLst>
            <pc:docMk/>
            <pc:sldMk cId="2555675199" sldId="256"/>
            <ac:spMk id="59" creationId="{544491A0-AA6F-B2BA-4F46-F9B089AC0739}"/>
          </ac:spMkLst>
        </pc:spChg>
        <pc:spChg chg="add mod">
          <ac:chgData name="Sofia Osorio" userId="265b7080-5772-4045-aded-a4bff660a8c0" providerId="ADAL" clId="{F6B4ACC2-A450-47AF-8788-E7E62E5523AC}" dt="2026-04-28T15:10:13.537" v="240" actId="20577"/>
          <ac:spMkLst>
            <pc:docMk/>
            <pc:sldMk cId="2555675199" sldId="256"/>
            <ac:spMk id="60" creationId="{DD2E509A-A9A1-A18C-BE2F-CF1BF2FC5420}"/>
          </ac:spMkLst>
        </pc:spChg>
        <pc:cxnChg chg="mod">
          <ac:chgData name="Sofia Osorio" userId="265b7080-5772-4045-aded-a4bff660a8c0" providerId="ADAL" clId="{F6B4ACC2-A450-47AF-8788-E7E62E5523AC}" dt="2026-04-28T15:10:38.048" v="276" actId="20577"/>
          <ac:cxnSpMkLst>
            <pc:docMk/>
            <pc:sldMk cId="2555675199" sldId="256"/>
            <ac:cxnSpMk id="23" creationId="{0C5A3E40-1927-1B06-5449-79BDE38A2ACD}"/>
          </ac:cxnSpMkLst>
        </pc:cxnChg>
        <pc:cxnChg chg="add mod">
          <ac:chgData name="Sofia Osorio" userId="265b7080-5772-4045-aded-a4bff660a8c0" providerId="ADAL" clId="{F6B4ACC2-A450-47AF-8788-E7E62E5523AC}" dt="2026-04-28T15:09:12.145" v="145" actId="1076"/>
          <ac:cxnSpMkLst>
            <pc:docMk/>
            <pc:sldMk cId="2555675199" sldId="256"/>
            <ac:cxnSpMk id="38" creationId="{5EB75727-AE63-865A-BFF5-34B128F53107}"/>
          </ac:cxnSpMkLst>
        </pc:cxnChg>
        <pc:cxnChg chg="add mod">
          <ac:chgData name="Sofia Osorio" userId="265b7080-5772-4045-aded-a4bff660a8c0" providerId="ADAL" clId="{F6B4ACC2-A450-47AF-8788-E7E62E5523AC}" dt="2026-04-28T15:08:58.650" v="140" actId="1076"/>
          <ac:cxnSpMkLst>
            <pc:docMk/>
            <pc:sldMk cId="2555675199" sldId="256"/>
            <ac:cxnSpMk id="41" creationId="{A4EF4E03-4EF9-4A3E-47F2-5DB6AFBD3A2C}"/>
          </ac:cxnSpMkLst>
        </pc:cxnChg>
        <pc:cxnChg chg="add mod">
          <ac:chgData name="Sofia Osorio" userId="265b7080-5772-4045-aded-a4bff660a8c0" providerId="ADAL" clId="{F6B4ACC2-A450-47AF-8788-E7E62E5523AC}" dt="2026-04-28T15:09:06.875" v="144" actId="1076"/>
          <ac:cxnSpMkLst>
            <pc:docMk/>
            <pc:sldMk cId="2555675199" sldId="256"/>
            <ac:cxnSpMk id="48" creationId="{C239D175-FAF3-A54F-5871-77CDFFFE9698}"/>
          </ac:cxnSpMkLst>
        </pc:cxnChg>
        <pc:cxnChg chg="add mod">
          <ac:chgData name="Sofia Osorio" userId="265b7080-5772-4045-aded-a4bff660a8c0" providerId="ADAL" clId="{F6B4ACC2-A450-47AF-8788-E7E62E5523AC}" dt="2026-04-28T15:09:30.605" v="149" actId="1076"/>
          <ac:cxnSpMkLst>
            <pc:docMk/>
            <pc:sldMk cId="2555675199" sldId="256"/>
            <ac:cxnSpMk id="56" creationId="{85F67ADD-E11D-8592-AA07-36075548900F}"/>
          </ac:cxnSpMkLst>
        </pc:cxnChg>
        <pc:cxnChg chg="add mod">
          <ac:chgData name="Sofia Osorio" userId="265b7080-5772-4045-aded-a4bff660a8c0" providerId="ADAL" clId="{F6B4ACC2-A450-47AF-8788-E7E62E5523AC}" dt="2026-04-28T15:09:30.605" v="149" actId="1076"/>
          <ac:cxnSpMkLst>
            <pc:docMk/>
            <pc:sldMk cId="2555675199" sldId="256"/>
            <ac:cxnSpMk id="57" creationId="{145A28A4-B3AA-4B7B-E76C-4ABC4560AF5D}"/>
          </ac:cxnSpMkLst>
        </pc:cxnChg>
        <pc:cxnChg chg="add mod">
          <ac:chgData name="Sofia Osorio" userId="265b7080-5772-4045-aded-a4bff660a8c0" providerId="ADAL" clId="{F6B4ACC2-A450-47AF-8788-E7E62E5523AC}" dt="2026-04-28T15:09:56.285" v="192" actId="1076"/>
          <ac:cxnSpMkLst>
            <pc:docMk/>
            <pc:sldMk cId="2555675199" sldId="256"/>
            <ac:cxnSpMk id="61" creationId="{03A816CA-32D9-426A-D138-ECC1DC1A789F}"/>
          </ac:cxnSpMkLst>
        </pc:cxnChg>
        <pc:cxnChg chg="add mod">
          <ac:chgData name="Sofia Osorio" userId="265b7080-5772-4045-aded-a4bff660a8c0" providerId="ADAL" clId="{F6B4ACC2-A450-47AF-8788-E7E62E5523AC}" dt="2026-04-28T15:09:56.285" v="192" actId="1076"/>
          <ac:cxnSpMkLst>
            <pc:docMk/>
            <pc:sldMk cId="2555675199" sldId="256"/>
            <ac:cxnSpMk id="62" creationId="{C7E7FE60-26AF-A31A-CA4F-C1A6151B3F4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4BE07-B4BB-B1DD-D700-286509F90C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6B907C-01D9-4F33-56DE-C4949DEE02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8EE5EA-476B-C1E1-CE61-32E3A2904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12EE-AD2D-442A-AB12-FB98AD11F6C9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FE1E03-8C6C-C4B5-892B-E46642543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C743FC-5413-57A1-DD52-C8C403EDA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537E-882C-4322-8643-7B2A1DD437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544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9425C3-3FEE-4BDD-3F71-4F179C012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6CD43D-0069-3CD4-77E2-0322FCB9E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689245-9640-42FF-704C-FD25D1ADA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12EE-AD2D-442A-AB12-FB98AD11F6C9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3EFD17-7A21-B777-6E39-70F29FFEC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3AD72-D7AD-C5F3-A22D-ECFFD3FCE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537E-882C-4322-8643-7B2A1DD437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19731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3518FC-5D79-E90B-2468-2AD5E1A27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CEFAF9-C4D4-D6FC-D09B-7CBA3F13A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C0E37C-98C8-3068-3099-52473CC77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12EE-AD2D-442A-AB12-FB98AD11F6C9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7D2A0D-9DA5-0A9B-461A-3F2BAB293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105D64-71BA-0974-29E7-3CF12F665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537E-882C-4322-8643-7B2A1DD437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3748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BB97B-42BA-95C0-BC5D-733533EBE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20401E-39E4-718D-E21D-91A08EE7A3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C61C58E-5754-674B-21FA-62BC0AF32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43E1E3-C141-16AC-BACF-07A1AE8DF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12EE-AD2D-442A-AB12-FB98AD11F6C9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AF3C8A-C9C9-9D4C-F851-1D0E22E9B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7A2CAE-C75D-0663-0172-142A5D011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537E-882C-4322-8643-7B2A1DD437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8632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BE68EB-71FE-87B0-6B4B-FE73F6740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C8141E-13ED-6BA2-12FB-674367AA7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4CB75B-26DB-9722-5E35-A19891294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CC4A3FF-14F1-5B9D-7AEE-AD212A3B2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C136399-54A1-4383-11C6-06D40CBED5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4C9D1AD-15E5-99DB-F771-1005658D8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12EE-AD2D-442A-AB12-FB98AD11F6C9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5FB749A-DCB3-B549-5080-7B92E8A6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D12F978-A73B-09F7-AC5C-9980967D6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537E-882C-4322-8643-7B2A1DD437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93579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D8F329-2B95-B376-D92B-79154384C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EDBBDC2-5740-39E5-23DD-8B9F79F10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12EE-AD2D-442A-AB12-FB98AD11F6C9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7EAB36-D19F-3B90-5CFB-4C48FEED3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C8AFE2-0331-C754-D2C6-A9D697031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537E-882C-4322-8643-7B2A1DD437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8574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052C90B-A235-96F9-AA64-C9485AF49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12EE-AD2D-442A-AB12-FB98AD11F6C9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F725B07-A1F9-2D53-481A-7270EFB1B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0F711F2-9FE5-0CE1-E788-08669804E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537E-882C-4322-8643-7B2A1DD437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8853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2A3C45-70E0-344E-E5CA-35B2F59B9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F3B7D8-4A57-0B14-C647-3EE3165F7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A6DFC40-B625-FA9F-147F-F894330B0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47F840-CDDC-0CD4-8EDF-28AAFAEEA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12EE-AD2D-442A-AB12-FB98AD11F6C9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588E983-8D83-7B35-CBF2-67EEDA013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B48F48-C06B-CBF7-3D47-D8EDF35F7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537E-882C-4322-8643-7B2A1DD437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4894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D3309D-62B9-ADF9-FB8D-8812170AF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2FC482A-826E-1D66-366B-42B310CFC0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818F7F2-EDBD-06BC-BF19-6C3A7D5678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77F75FD-0F02-8531-F7A5-403E8A0F3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12EE-AD2D-442A-AB12-FB98AD11F6C9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66719F-EBC3-125E-4563-02ED7A124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79081D-A7D7-2B9E-5580-35B9A2C9C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537E-882C-4322-8643-7B2A1DD437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28126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8163DA-9D96-6A91-1487-D3DD2BB2D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37136E2-6AB9-FC07-2186-DFB7C5240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9132DC-22C5-C31E-46EE-93358171B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12EE-AD2D-442A-AB12-FB98AD11F6C9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521020-63F5-CCBC-1D89-DEF449843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421BFA-5404-7192-C486-CFA86364E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537E-882C-4322-8643-7B2A1DD437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5004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9CC3775-C7E1-AF61-D0EE-C213CA4EE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C5129A-703F-889B-A982-6FE455228C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0DB3C5-D46A-BB6C-1D69-D37AE3F5F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12EE-AD2D-442A-AB12-FB98AD11F6C9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E61284-F962-8212-3461-59575590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7E31FF-AFC8-4C00-9EE1-88A0CFA1C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537E-882C-4322-8643-7B2A1DD437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70308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314F50A-3A66-80AE-D95E-1BA9CD49F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B501EF-1ADB-3057-6602-8C3663F51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2F8861-E81C-2BE3-29CE-985B4167D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0912EE-AD2D-442A-AB12-FB98AD11F6C9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5713DB-2303-E889-FD95-2D29FBCCC7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83AC1C-4DA2-B7FF-F3F6-57106B7324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B3537E-882C-4322-8643-7B2A1DD437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4043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1BF602AB-349D-D46A-947C-3711EF596C96}"/>
              </a:ext>
            </a:extLst>
          </p:cNvPr>
          <p:cNvSpPr txBox="1"/>
          <p:nvPr/>
        </p:nvSpPr>
        <p:spPr>
          <a:xfrm>
            <a:off x="482290" y="1537051"/>
            <a:ext cx="5484558" cy="353943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L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b="1" dirty="0" err="1"/>
              <a:t>react</a:t>
            </a:r>
            <a:endParaRPr lang="es-MX" sz="1400" b="1" dirty="0"/>
          </a:p>
          <a:p>
            <a:r>
              <a:rPr lang="es-MX" sz="1400" dirty="0"/>
              <a:t>Librería principal para construir la interfaz de usuario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b="1" dirty="0" err="1"/>
              <a:t>react</a:t>
            </a:r>
            <a:r>
              <a:rPr lang="es-MX" sz="1400" b="1" dirty="0"/>
              <a:t>-dom</a:t>
            </a:r>
          </a:p>
          <a:p>
            <a:r>
              <a:rPr lang="es-MX" sz="1400" dirty="0"/>
              <a:t>Renderizado de </a:t>
            </a:r>
            <a:r>
              <a:rPr lang="es-MX" sz="1400" dirty="0" err="1"/>
              <a:t>React</a:t>
            </a:r>
            <a:r>
              <a:rPr lang="es-MX" sz="1400" dirty="0"/>
              <a:t> en el DOM del navegador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b="1" dirty="0" err="1"/>
              <a:t>react</a:t>
            </a:r>
            <a:r>
              <a:rPr lang="es-MX" sz="1400" b="1" dirty="0"/>
              <a:t>-</a:t>
            </a:r>
            <a:r>
              <a:rPr lang="es-MX" sz="1400" b="1" dirty="0" err="1"/>
              <a:t>router</a:t>
            </a:r>
            <a:r>
              <a:rPr lang="es-MX" sz="1400" b="1" dirty="0"/>
              <a:t>-dom </a:t>
            </a:r>
          </a:p>
          <a:p>
            <a:r>
              <a:rPr lang="es-MX" sz="1400" dirty="0"/>
              <a:t>Enrutamiento del lado del cliente y rutas protegidas (privadas/públicas)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b="1" dirty="0" err="1"/>
              <a:t>axios</a:t>
            </a:r>
            <a:endParaRPr lang="es-MX" sz="1400" b="1" dirty="0"/>
          </a:p>
          <a:p>
            <a:r>
              <a:rPr lang="es-MX" sz="1400" dirty="0"/>
              <a:t>Cliente HTTP para consumir la API REST del </a:t>
            </a:r>
            <a:r>
              <a:rPr lang="es-MX" sz="1400" dirty="0" err="1"/>
              <a:t>backend</a:t>
            </a:r>
            <a:endParaRPr lang="es-MX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b="1" dirty="0" err="1"/>
              <a:t>bootstrap</a:t>
            </a:r>
            <a:endParaRPr lang="es-MX" sz="1400" b="1" dirty="0"/>
          </a:p>
          <a:p>
            <a:r>
              <a:rPr lang="es-MX" sz="1400" dirty="0"/>
              <a:t>Framework CSS para diseño responsivo y componentes visuales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b="1" dirty="0" err="1"/>
              <a:t>react-hook-form</a:t>
            </a:r>
            <a:endParaRPr lang="es-MX" sz="1400" b="1" dirty="0"/>
          </a:p>
          <a:p>
            <a:r>
              <a:rPr lang="es-MX" sz="1400" dirty="0"/>
              <a:t>Manejo de formularios con validación eficiente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b="1" dirty="0"/>
              <a:t>vite</a:t>
            </a:r>
          </a:p>
          <a:p>
            <a:r>
              <a:rPr lang="es-MX" sz="1400" dirty="0"/>
              <a:t>Herramienta de </a:t>
            </a:r>
            <a:r>
              <a:rPr lang="es-MX" sz="1400" dirty="0" err="1"/>
              <a:t>build</a:t>
            </a:r>
            <a:r>
              <a:rPr lang="es-MX" sz="1400" dirty="0"/>
              <a:t> y servidor de desarrollo ultrarrápido</a:t>
            </a:r>
            <a:endParaRPr lang="es-CL" sz="1400" dirty="0"/>
          </a:p>
          <a:p>
            <a:endParaRPr lang="es-CL" sz="14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80EDF61-8F56-61B2-281C-245419938617}"/>
              </a:ext>
            </a:extLst>
          </p:cNvPr>
          <p:cNvSpPr txBox="1"/>
          <p:nvPr/>
        </p:nvSpPr>
        <p:spPr>
          <a:xfrm>
            <a:off x="482290" y="398363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i="0" cap="all" dirty="0">
                <a:solidFill>
                  <a:srgbClr val="111111"/>
                </a:solidFill>
                <a:effectLst/>
                <a:highlight>
                  <a:srgbClr val="F4F4F4"/>
                </a:highlight>
                <a:latin typeface="Inter"/>
              </a:rPr>
              <a:t>DEPENDENCIAS</a:t>
            </a:r>
            <a:endParaRPr lang="es-CL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0D0CE72-F488-061A-5292-C4B8B40007C0}"/>
              </a:ext>
            </a:extLst>
          </p:cNvPr>
          <p:cNvSpPr txBox="1"/>
          <p:nvPr/>
        </p:nvSpPr>
        <p:spPr>
          <a:xfrm>
            <a:off x="482290" y="1352385"/>
            <a:ext cx="1250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i="0" cap="all" dirty="0">
                <a:solidFill>
                  <a:srgbClr val="111111"/>
                </a:solidFill>
                <a:effectLst/>
                <a:highlight>
                  <a:srgbClr val="F4F4F4"/>
                </a:highlight>
                <a:latin typeface="Inter"/>
              </a:rPr>
              <a:t>FRONTEND</a:t>
            </a:r>
            <a:endParaRPr lang="es-C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C9EA9D7-6FD7-6A48-D3DA-308E542547C0}"/>
              </a:ext>
            </a:extLst>
          </p:cNvPr>
          <p:cNvSpPr txBox="1"/>
          <p:nvPr/>
        </p:nvSpPr>
        <p:spPr>
          <a:xfrm>
            <a:off x="6225154" y="1537051"/>
            <a:ext cx="5484558" cy="353943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L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CL" sz="1400" b="1" i="0" dirty="0">
                <a:effectLst/>
                <a:highlight>
                  <a:srgbClr val="FFFFFF"/>
                </a:highlight>
                <a:latin typeface="Inter"/>
              </a:rPr>
              <a:t>Express</a:t>
            </a:r>
          </a:p>
          <a:p>
            <a:pPr algn="l"/>
            <a:r>
              <a:rPr lang="es-CL" sz="1400" b="0" i="0" dirty="0">
                <a:effectLst/>
                <a:highlight>
                  <a:srgbClr val="FFFFFF"/>
                </a:highlight>
                <a:latin typeface="Inter"/>
              </a:rPr>
              <a:t>Framework web para crear el servidor y la API REST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CL" sz="1400" b="1" i="0" dirty="0" err="1">
                <a:effectLst/>
                <a:highlight>
                  <a:srgbClr val="FFFFFF"/>
                </a:highlight>
                <a:latin typeface="Inter"/>
              </a:rPr>
              <a:t>Pg</a:t>
            </a:r>
            <a:endParaRPr lang="es-CL" sz="1400" b="1" i="0" dirty="0">
              <a:effectLst/>
              <a:highlight>
                <a:srgbClr val="FFFFFF"/>
              </a:highlight>
              <a:latin typeface="Inter"/>
            </a:endParaRPr>
          </a:p>
          <a:p>
            <a:pPr algn="l"/>
            <a:r>
              <a:rPr lang="es-CL" sz="1400" b="0" i="0" dirty="0">
                <a:effectLst/>
                <a:highlight>
                  <a:srgbClr val="FFFFFF"/>
                </a:highlight>
                <a:latin typeface="Inter"/>
              </a:rPr>
              <a:t>Cliente de PostgreSQL para Node.js (</a:t>
            </a:r>
            <a:r>
              <a:rPr lang="es-CL" sz="1400" b="0" i="0" dirty="0" err="1">
                <a:effectLst/>
                <a:highlight>
                  <a:srgbClr val="FFFFFF"/>
                </a:highlight>
                <a:latin typeface="Inter"/>
              </a:rPr>
              <a:t>node-postgres</a:t>
            </a:r>
            <a:r>
              <a:rPr lang="es-CL" sz="1400" b="0" i="0" dirty="0">
                <a:effectLst/>
                <a:highlight>
                  <a:srgbClr val="FFFFFF"/>
                </a:highlight>
                <a:latin typeface="Inter"/>
              </a:rPr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CL" sz="1400" b="1" i="0" dirty="0" err="1">
                <a:effectLst/>
                <a:highlight>
                  <a:srgbClr val="FFFFFF"/>
                </a:highlight>
                <a:latin typeface="Inter"/>
              </a:rPr>
              <a:t>Bcryptjs</a:t>
            </a:r>
            <a:endParaRPr lang="es-CL" sz="1400" b="1" dirty="0">
              <a:highlight>
                <a:srgbClr val="FFFFFF"/>
              </a:highlight>
              <a:latin typeface="Inter"/>
            </a:endParaRPr>
          </a:p>
          <a:p>
            <a:pPr algn="l"/>
            <a:r>
              <a:rPr lang="es-CL" sz="1400" b="0" i="0" dirty="0" err="1">
                <a:effectLst/>
                <a:highlight>
                  <a:srgbClr val="FFFFFF"/>
                </a:highlight>
                <a:latin typeface="Inter"/>
              </a:rPr>
              <a:t>Hashing</a:t>
            </a:r>
            <a:r>
              <a:rPr lang="es-CL" sz="1400" b="0" i="0" dirty="0">
                <a:effectLst/>
                <a:highlight>
                  <a:srgbClr val="FFFFFF"/>
                </a:highlight>
                <a:latin typeface="Inter"/>
              </a:rPr>
              <a:t> seguro de contraseñas de usuarios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CL" sz="1400" b="1" i="0" dirty="0" err="1">
                <a:effectLst/>
                <a:highlight>
                  <a:srgbClr val="FFFFFF"/>
                </a:highlight>
                <a:latin typeface="Inter"/>
              </a:rPr>
              <a:t>jsonwebtoken</a:t>
            </a:r>
            <a:r>
              <a:rPr lang="es-CL" sz="1400" b="1" i="0" dirty="0">
                <a:effectLst/>
                <a:highlight>
                  <a:srgbClr val="FFFFFF"/>
                </a:highlight>
                <a:latin typeface="Inter"/>
              </a:rPr>
              <a:t> </a:t>
            </a:r>
          </a:p>
          <a:p>
            <a:pPr algn="l"/>
            <a:r>
              <a:rPr lang="es-CL" sz="1400" b="0" i="0" dirty="0">
                <a:effectLst/>
                <a:highlight>
                  <a:srgbClr val="FFFFFF"/>
                </a:highlight>
                <a:latin typeface="Inter"/>
              </a:rPr>
              <a:t>Generación y verificación de tokens JWT para autenticación sin roles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CL" sz="1400" b="1" i="0" dirty="0" err="1">
                <a:effectLst/>
                <a:highlight>
                  <a:srgbClr val="FFFFFF"/>
                </a:highlight>
                <a:latin typeface="Inter"/>
              </a:rPr>
              <a:t>cors</a:t>
            </a:r>
            <a:r>
              <a:rPr lang="es-CL" sz="1400" b="1" i="0" dirty="0">
                <a:effectLst/>
                <a:highlight>
                  <a:srgbClr val="FFFFFF"/>
                </a:highlight>
                <a:latin typeface="Inter"/>
              </a:rPr>
              <a:t> </a:t>
            </a:r>
            <a:endParaRPr lang="es-CL" sz="1400" b="1" i="0" dirty="0">
              <a:effectLst/>
              <a:highlight>
                <a:srgbClr val="F0F0F0"/>
              </a:highlight>
              <a:latin typeface="Inter"/>
            </a:endParaRPr>
          </a:p>
          <a:p>
            <a:pPr algn="l"/>
            <a:r>
              <a:rPr lang="es-CL" sz="1400" b="0" i="0" dirty="0">
                <a:effectLst/>
                <a:highlight>
                  <a:srgbClr val="FFFFFF"/>
                </a:highlight>
                <a:latin typeface="Inter"/>
              </a:rPr>
              <a:t>Middleware para habilitar peticiones desde el </a:t>
            </a:r>
            <a:r>
              <a:rPr lang="es-CL" sz="1400" b="0" i="0" dirty="0" err="1">
                <a:effectLst/>
                <a:highlight>
                  <a:srgbClr val="FFFFFF"/>
                </a:highlight>
                <a:latin typeface="Inter"/>
              </a:rPr>
              <a:t>frontend</a:t>
            </a:r>
            <a:r>
              <a:rPr lang="es-CL" sz="1400" b="0" i="0" dirty="0">
                <a:effectLst/>
                <a:highlight>
                  <a:srgbClr val="FFFFFF"/>
                </a:highlight>
                <a:latin typeface="Inter"/>
              </a:rPr>
              <a:t> (CORS)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CL" sz="1400" b="1" i="0" dirty="0" err="1">
                <a:effectLst/>
                <a:highlight>
                  <a:srgbClr val="FFFFFF"/>
                </a:highlight>
                <a:latin typeface="Inter"/>
              </a:rPr>
              <a:t>dotenv</a:t>
            </a:r>
            <a:r>
              <a:rPr lang="es-CL" sz="1400" b="1" i="0" dirty="0">
                <a:effectLst/>
                <a:highlight>
                  <a:srgbClr val="FFFFFF"/>
                </a:highlight>
                <a:latin typeface="Inter"/>
              </a:rPr>
              <a:t> </a:t>
            </a:r>
            <a:endParaRPr lang="es-CL" sz="1400" b="1" i="0" dirty="0">
              <a:effectLst/>
              <a:highlight>
                <a:srgbClr val="F0F0F0"/>
              </a:highlight>
              <a:latin typeface="Inter"/>
            </a:endParaRPr>
          </a:p>
          <a:p>
            <a:pPr algn="l"/>
            <a:r>
              <a:rPr lang="es-CL" sz="1400" b="0" i="0" dirty="0">
                <a:effectLst/>
                <a:highlight>
                  <a:srgbClr val="FFFFFF"/>
                </a:highlight>
                <a:latin typeface="Inter"/>
              </a:rPr>
              <a:t>Carga de variables de entorno desde el archivo .</a:t>
            </a:r>
            <a:r>
              <a:rPr lang="es-CL" sz="1400" b="0" i="0" dirty="0" err="1">
                <a:effectLst/>
                <a:highlight>
                  <a:srgbClr val="FFFFFF"/>
                </a:highlight>
                <a:latin typeface="Inter"/>
              </a:rPr>
              <a:t>env</a:t>
            </a:r>
            <a:endParaRPr lang="es-CL" sz="1400" b="0" i="0" dirty="0">
              <a:effectLst/>
              <a:highlight>
                <a:srgbClr val="FFFFFF"/>
              </a:highlight>
              <a:latin typeface="Inter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CL" sz="1400" b="1" i="0" dirty="0" err="1">
                <a:effectLst/>
                <a:highlight>
                  <a:srgbClr val="FFFFFF"/>
                </a:highlight>
                <a:latin typeface="Inter"/>
              </a:rPr>
              <a:t>multer</a:t>
            </a:r>
            <a:r>
              <a:rPr lang="es-CL" sz="1400" b="1" i="0" dirty="0">
                <a:effectLst/>
                <a:highlight>
                  <a:srgbClr val="FFFFFF"/>
                </a:highlight>
                <a:latin typeface="Inter"/>
              </a:rPr>
              <a:t> </a:t>
            </a:r>
            <a:endParaRPr lang="es-CL" sz="1400" b="1" i="0" dirty="0">
              <a:effectLst/>
              <a:highlight>
                <a:srgbClr val="F0F0F0"/>
              </a:highlight>
              <a:latin typeface="Inter"/>
            </a:endParaRPr>
          </a:p>
          <a:p>
            <a:pPr algn="l"/>
            <a:r>
              <a:rPr lang="es-CL" sz="1400" b="0" i="0" dirty="0">
                <a:effectLst/>
                <a:highlight>
                  <a:srgbClr val="FFFFFF"/>
                </a:highlight>
                <a:latin typeface="Inter"/>
              </a:rPr>
              <a:t>Middleware para manejar subida de imágenes (</a:t>
            </a:r>
            <a:r>
              <a:rPr lang="es-CL" sz="1400" b="0" i="0" dirty="0" err="1">
                <a:effectLst/>
                <a:highlight>
                  <a:srgbClr val="FFFFFF"/>
                </a:highlight>
                <a:latin typeface="Inter"/>
              </a:rPr>
              <a:t>multipart</a:t>
            </a:r>
            <a:r>
              <a:rPr lang="es-CL" sz="1400" b="0" i="0" dirty="0">
                <a:effectLst/>
                <a:highlight>
                  <a:srgbClr val="FFFFFF"/>
                </a:highlight>
                <a:latin typeface="Inter"/>
              </a:rPr>
              <a:t>/</a:t>
            </a:r>
            <a:r>
              <a:rPr lang="es-CL" sz="1400" b="0" i="0" dirty="0" err="1">
                <a:effectLst/>
                <a:highlight>
                  <a:srgbClr val="FFFFFF"/>
                </a:highlight>
                <a:latin typeface="Inter"/>
              </a:rPr>
              <a:t>form</a:t>
            </a:r>
            <a:r>
              <a:rPr lang="es-CL" sz="1400" b="0" i="0" dirty="0">
                <a:effectLst/>
                <a:highlight>
                  <a:srgbClr val="FFFFFF"/>
                </a:highlight>
                <a:latin typeface="Inter"/>
              </a:rPr>
              <a:t>-data)</a:t>
            </a:r>
          </a:p>
          <a:p>
            <a:endParaRPr lang="es-CL" sz="14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8223709-9350-50E1-99DE-21E2DADF548B}"/>
              </a:ext>
            </a:extLst>
          </p:cNvPr>
          <p:cNvSpPr txBox="1"/>
          <p:nvPr/>
        </p:nvSpPr>
        <p:spPr>
          <a:xfrm>
            <a:off x="6225154" y="1352385"/>
            <a:ext cx="116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i="0" cap="all" dirty="0">
                <a:solidFill>
                  <a:srgbClr val="111111"/>
                </a:solidFill>
                <a:effectLst/>
                <a:highlight>
                  <a:srgbClr val="F4F4F4"/>
                </a:highlight>
                <a:latin typeface="Inter"/>
              </a:rPr>
              <a:t>BACKEND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5556751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144</Words>
  <Application>Microsoft Office PowerPoint</Application>
  <PresentationFormat>Panorámica</PresentationFormat>
  <Paragraphs>33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Inter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Sofia Osorio</dc:creator>
  <cp:lastModifiedBy>Sofia Osorio</cp:lastModifiedBy>
  <cp:revision>1</cp:revision>
  <dcterms:created xsi:type="dcterms:W3CDTF">2026-04-28T15:05:45Z</dcterms:created>
  <dcterms:modified xsi:type="dcterms:W3CDTF">2026-04-28T15:16:39Z</dcterms:modified>
</cp:coreProperties>
</file>