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96" d="100"/>
          <a:sy n="96" d="100"/>
        </p:scale>
        <p:origin x="336" y="-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fia Osorio" userId="265b7080-5772-4045-aded-a4bff660a8c0" providerId="ADAL" clId="{7AA25ED0-0EC0-4D59-94B6-3D2F71FC1931}"/>
    <pc:docChg chg="undo redo custSel addSld modSld sldOrd">
      <pc:chgData name="Sofia Osorio" userId="265b7080-5772-4045-aded-a4bff660a8c0" providerId="ADAL" clId="{7AA25ED0-0EC0-4D59-94B6-3D2F71FC1931}" dt="2026-04-28T14:59:04.073" v="3107" actId="20577"/>
      <pc:docMkLst>
        <pc:docMk/>
      </pc:docMkLst>
      <pc:sldChg chg="addSp modSp mod">
        <pc:chgData name="Sofia Osorio" userId="265b7080-5772-4045-aded-a4bff660a8c0" providerId="ADAL" clId="{7AA25ED0-0EC0-4D59-94B6-3D2F71FC1931}" dt="2026-04-28T14:17:35.324" v="1515" actId="1076"/>
        <pc:sldMkLst>
          <pc:docMk/>
          <pc:sldMk cId="1774745077" sldId="256"/>
        </pc:sldMkLst>
        <pc:spChg chg="add mod">
          <ac:chgData name="Sofia Osorio" userId="265b7080-5772-4045-aded-a4bff660a8c0" providerId="ADAL" clId="{7AA25ED0-0EC0-4D59-94B6-3D2F71FC1931}" dt="2026-04-28T14:17:35.324" v="1515" actId="1076"/>
          <ac:spMkLst>
            <pc:docMk/>
            <pc:sldMk cId="1774745077" sldId="256"/>
            <ac:spMk id="11" creationId="{E9848C6E-E399-86EA-B62D-71085019C931}"/>
          </ac:spMkLst>
        </pc:spChg>
      </pc:sldChg>
      <pc:sldChg chg="addSp delSp modSp new mod">
        <pc:chgData name="Sofia Osorio" userId="265b7080-5772-4045-aded-a4bff660a8c0" providerId="ADAL" clId="{7AA25ED0-0EC0-4D59-94B6-3D2F71FC1931}" dt="2026-04-28T14:24:47.574" v="1759" actId="1076"/>
        <pc:sldMkLst>
          <pc:docMk/>
          <pc:sldMk cId="2949846538" sldId="257"/>
        </pc:sldMkLst>
        <pc:spChg chg="del">
          <ac:chgData name="Sofia Osorio" userId="265b7080-5772-4045-aded-a4bff660a8c0" providerId="ADAL" clId="{7AA25ED0-0EC0-4D59-94B6-3D2F71FC1931}" dt="2026-04-27T22:15:59.863" v="2" actId="478"/>
          <ac:spMkLst>
            <pc:docMk/>
            <pc:sldMk cId="2949846538" sldId="257"/>
            <ac:spMk id="2" creationId="{9D43D262-F91D-C4E1-49A3-33EE3EDB547A}"/>
          </ac:spMkLst>
        </pc:spChg>
        <pc:spChg chg="del">
          <ac:chgData name="Sofia Osorio" userId="265b7080-5772-4045-aded-a4bff660a8c0" providerId="ADAL" clId="{7AA25ED0-0EC0-4D59-94B6-3D2F71FC1931}" dt="2026-04-27T22:16:01.033" v="3" actId="478"/>
          <ac:spMkLst>
            <pc:docMk/>
            <pc:sldMk cId="2949846538" sldId="257"/>
            <ac:spMk id="3" creationId="{1F1B36B6-C495-1DC7-E0B3-F00474A841A7}"/>
          </ac:spMkLst>
        </pc:spChg>
        <pc:spChg chg="add mod">
          <ac:chgData name="Sofia Osorio" userId="265b7080-5772-4045-aded-a4bff660a8c0" providerId="ADAL" clId="{7AA25ED0-0EC0-4D59-94B6-3D2F71FC1931}" dt="2026-04-27T22:17:19.989" v="122"/>
          <ac:spMkLst>
            <pc:docMk/>
            <pc:sldMk cId="2949846538" sldId="257"/>
            <ac:spMk id="4" creationId="{B03DDF69-B824-50FF-FE45-F6726C1784CD}"/>
          </ac:spMkLst>
        </pc:spChg>
        <pc:spChg chg="add mod">
          <ac:chgData name="Sofia Osorio" userId="265b7080-5772-4045-aded-a4bff660a8c0" providerId="ADAL" clId="{7AA25ED0-0EC0-4D59-94B6-3D2F71FC1931}" dt="2026-04-28T14:24:47.574" v="1759" actId="1076"/>
          <ac:spMkLst>
            <pc:docMk/>
            <pc:sldMk cId="2949846538" sldId="257"/>
            <ac:spMk id="5" creationId="{3F73A770-A64F-BD02-E906-4249F73FBF7F}"/>
          </ac:spMkLst>
        </pc:spChg>
        <pc:spChg chg="add mod">
          <ac:chgData name="Sofia Osorio" userId="265b7080-5772-4045-aded-a4bff660a8c0" providerId="ADAL" clId="{7AA25ED0-0EC0-4D59-94B6-3D2F71FC1931}" dt="2026-04-27T22:18:31.938" v="157" actId="1076"/>
          <ac:spMkLst>
            <pc:docMk/>
            <pc:sldMk cId="2949846538" sldId="257"/>
            <ac:spMk id="6" creationId="{453AB906-2630-1522-8F2F-C5189A71AC6C}"/>
          </ac:spMkLst>
        </pc:spChg>
        <pc:spChg chg="add mod">
          <ac:chgData name="Sofia Osorio" userId="265b7080-5772-4045-aded-a4bff660a8c0" providerId="ADAL" clId="{7AA25ED0-0EC0-4D59-94B6-3D2F71FC1931}" dt="2026-04-27T22:18:35.490" v="168" actId="1035"/>
          <ac:spMkLst>
            <pc:docMk/>
            <pc:sldMk cId="2949846538" sldId="257"/>
            <ac:spMk id="7" creationId="{6D325956-C307-7784-3A1E-8B4C985ADBAF}"/>
          </ac:spMkLst>
        </pc:spChg>
        <pc:spChg chg="add mod">
          <ac:chgData name="Sofia Osorio" userId="265b7080-5772-4045-aded-a4bff660a8c0" providerId="ADAL" clId="{7AA25ED0-0EC0-4D59-94B6-3D2F71FC1931}" dt="2026-04-27T22:18:35.490" v="168" actId="1035"/>
          <ac:spMkLst>
            <pc:docMk/>
            <pc:sldMk cId="2949846538" sldId="257"/>
            <ac:spMk id="8" creationId="{8047F654-95D7-030A-B10C-F40DB76D938E}"/>
          </ac:spMkLst>
        </pc:spChg>
        <pc:spChg chg="add mod">
          <ac:chgData name="Sofia Osorio" userId="265b7080-5772-4045-aded-a4bff660a8c0" providerId="ADAL" clId="{7AA25ED0-0EC0-4D59-94B6-3D2F71FC1931}" dt="2026-04-27T22:18:35.490" v="168" actId="1035"/>
          <ac:spMkLst>
            <pc:docMk/>
            <pc:sldMk cId="2949846538" sldId="257"/>
            <ac:spMk id="9" creationId="{C39F7156-A224-0752-45AF-301E5DC2F945}"/>
          </ac:spMkLst>
        </pc:spChg>
        <pc:spChg chg="add mod">
          <ac:chgData name="Sofia Osorio" userId="265b7080-5772-4045-aded-a4bff660a8c0" providerId="ADAL" clId="{7AA25ED0-0EC0-4D59-94B6-3D2F71FC1931}" dt="2026-04-27T22:18:35.490" v="168" actId="1035"/>
          <ac:spMkLst>
            <pc:docMk/>
            <pc:sldMk cId="2949846538" sldId="257"/>
            <ac:spMk id="10" creationId="{CE781595-EE8B-8250-C25F-10A1EBA65A1A}"/>
          </ac:spMkLst>
        </pc:spChg>
        <pc:spChg chg="add mod">
          <ac:chgData name="Sofia Osorio" userId="265b7080-5772-4045-aded-a4bff660a8c0" providerId="ADAL" clId="{7AA25ED0-0EC0-4D59-94B6-3D2F71FC1931}" dt="2026-04-27T22:18:35.490" v="168" actId="1035"/>
          <ac:spMkLst>
            <pc:docMk/>
            <pc:sldMk cId="2949846538" sldId="257"/>
            <ac:spMk id="11" creationId="{851F4645-26DA-35F5-AB3C-CEDC302CA9BA}"/>
          </ac:spMkLst>
        </pc:spChg>
        <pc:spChg chg="add mod">
          <ac:chgData name="Sofia Osorio" userId="265b7080-5772-4045-aded-a4bff660a8c0" providerId="ADAL" clId="{7AA25ED0-0EC0-4D59-94B6-3D2F71FC1931}" dt="2026-04-27T22:18:35.490" v="168" actId="1035"/>
          <ac:spMkLst>
            <pc:docMk/>
            <pc:sldMk cId="2949846538" sldId="257"/>
            <ac:spMk id="12" creationId="{ADFA8127-C917-1E14-437A-0C3D4EAE49C6}"/>
          </ac:spMkLst>
        </pc:spChg>
        <pc:spChg chg="add mod">
          <ac:chgData name="Sofia Osorio" userId="265b7080-5772-4045-aded-a4bff660a8c0" providerId="ADAL" clId="{7AA25ED0-0EC0-4D59-94B6-3D2F71FC1931}" dt="2026-04-27T22:22:32.159" v="721" actId="207"/>
          <ac:spMkLst>
            <pc:docMk/>
            <pc:sldMk cId="2949846538" sldId="257"/>
            <ac:spMk id="13" creationId="{E1B5FC02-559D-10BF-6C35-0B55A1E006E6}"/>
          </ac:spMkLst>
        </pc:spChg>
        <pc:spChg chg="add del mod">
          <ac:chgData name="Sofia Osorio" userId="265b7080-5772-4045-aded-a4bff660a8c0" providerId="ADAL" clId="{7AA25ED0-0EC0-4D59-94B6-3D2F71FC1931}" dt="2026-04-28T14:18:36.076" v="1525" actId="478"/>
          <ac:spMkLst>
            <pc:docMk/>
            <pc:sldMk cId="2949846538" sldId="257"/>
            <ac:spMk id="14" creationId="{8396AA64-5601-5DA2-10AD-988E9ABAD4F3}"/>
          </ac:spMkLst>
        </pc:spChg>
        <pc:spChg chg="add mod">
          <ac:chgData name="Sofia Osorio" userId="265b7080-5772-4045-aded-a4bff660a8c0" providerId="ADAL" clId="{7AA25ED0-0EC0-4D59-94B6-3D2F71FC1931}" dt="2026-04-28T14:18:43.632" v="1535" actId="20577"/>
          <ac:spMkLst>
            <pc:docMk/>
            <pc:sldMk cId="2949846538" sldId="257"/>
            <ac:spMk id="15" creationId="{B030CF05-FA02-F0DB-F4CF-037D620B3B49}"/>
          </ac:spMkLst>
        </pc:spChg>
      </pc:sldChg>
      <pc:sldChg chg="addSp delSp modSp new mod">
        <pc:chgData name="Sofia Osorio" userId="265b7080-5772-4045-aded-a4bff660a8c0" providerId="ADAL" clId="{7AA25ED0-0EC0-4D59-94B6-3D2F71FC1931}" dt="2026-04-28T14:18:14.065" v="1522"/>
        <pc:sldMkLst>
          <pc:docMk/>
          <pc:sldMk cId="1588979623" sldId="258"/>
        </pc:sldMkLst>
        <pc:spChg chg="del">
          <ac:chgData name="Sofia Osorio" userId="265b7080-5772-4045-aded-a4bff660a8c0" providerId="ADAL" clId="{7AA25ED0-0EC0-4D59-94B6-3D2F71FC1931}" dt="2026-04-27T22:19:32.578" v="350" actId="478"/>
          <ac:spMkLst>
            <pc:docMk/>
            <pc:sldMk cId="1588979623" sldId="258"/>
            <ac:spMk id="2" creationId="{1D646CE1-104E-5B82-2BAA-0591E251D758}"/>
          </ac:spMkLst>
        </pc:spChg>
        <pc:spChg chg="del">
          <ac:chgData name="Sofia Osorio" userId="265b7080-5772-4045-aded-a4bff660a8c0" providerId="ADAL" clId="{7AA25ED0-0EC0-4D59-94B6-3D2F71FC1931}" dt="2026-04-27T22:19:33.690" v="351" actId="478"/>
          <ac:spMkLst>
            <pc:docMk/>
            <pc:sldMk cId="1588979623" sldId="258"/>
            <ac:spMk id="3" creationId="{EFC1C2D6-C058-6867-BBF4-3953931A5F4F}"/>
          </ac:spMkLst>
        </pc:spChg>
        <pc:spChg chg="add mod">
          <ac:chgData name="Sofia Osorio" userId="265b7080-5772-4045-aded-a4bff660a8c0" providerId="ADAL" clId="{7AA25ED0-0EC0-4D59-94B6-3D2F71FC1931}" dt="2026-04-27T22:20:33.420" v="509" actId="120"/>
          <ac:spMkLst>
            <pc:docMk/>
            <pc:sldMk cId="1588979623" sldId="258"/>
            <ac:spMk id="4" creationId="{74DB0298-71EB-4035-8ED9-8686AF7762B1}"/>
          </ac:spMkLst>
        </pc:spChg>
        <pc:spChg chg="add mod">
          <ac:chgData name="Sofia Osorio" userId="265b7080-5772-4045-aded-a4bff660a8c0" providerId="ADAL" clId="{7AA25ED0-0EC0-4D59-94B6-3D2F71FC1931}" dt="2026-04-27T22:22:39.889" v="723" actId="14100"/>
          <ac:spMkLst>
            <pc:docMk/>
            <pc:sldMk cId="1588979623" sldId="258"/>
            <ac:spMk id="5" creationId="{18F9A5B2-456A-4EBD-5FB9-DF4484773C10}"/>
          </ac:spMkLst>
        </pc:spChg>
        <pc:spChg chg="add mod">
          <ac:chgData name="Sofia Osorio" userId="265b7080-5772-4045-aded-a4bff660a8c0" providerId="ADAL" clId="{7AA25ED0-0EC0-4D59-94B6-3D2F71FC1931}" dt="2026-04-27T22:22:58.096" v="730" actId="14100"/>
          <ac:spMkLst>
            <pc:docMk/>
            <pc:sldMk cId="1588979623" sldId="258"/>
            <ac:spMk id="6" creationId="{31A09389-0004-DF13-2011-A2CD3784A18D}"/>
          </ac:spMkLst>
        </pc:spChg>
        <pc:spChg chg="add mod ord">
          <ac:chgData name="Sofia Osorio" userId="265b7080-5772-4045-aded-a4bff660a8c0" providerId="ADAL" clId="{7AA25ED0-0EC0-4D59-94B6-3D2F71FC1931}" dt="2026-04-27T22:23:02.827" v="731" actId="1076"/>
          <ac:spMkLst>
            <pc:docMk/>
            <pc:sldMk cId="1588979623" sldId="258"/>
            <ac:spMk id="7" creationId="{C1CBF38D-01A5-1DEF-ABE6-325555F56986}"/>
          </ac:spMkLst>
        </pc:spChg>
        <pc:spChg chg="add mod">
          <ac:chgData name="Sofia Osorio" userId="265b7080-5772-4045-aded-a4bff660a8c0" providerId="ADAL" clId="{7AA25ED0-0EC0-4D59-94B6-3D2F71FC1931}" dt="2026-04-27T22:24:07.529" v="842" actId="20577"/>
          <ac:spMkLst>
            <pc:docMk/>
            <pc:sldMk cId="1588979623" sldId="258"/>
            <ac:spMk id="8" creationId="{65B688A1-D19E-1091-4F23-7B48823BA74A}"/>
          </ac:spMkLst>
        </pc:spChg>
        <pc:spChg chg="add mod">
          <ac:chgData name="Sofia Osorio" userId="265b7080-5772-4045-aded-a4bff660a8c0" providerId="ADAL" clId="{7AA25ED0-0EC0-4D59-94B6-3D2F71FC1931}" dt="2026-04-28T14:17:54.282" v="1519"/>
          <ac:spMkLst>
            <pc:docMk/>
            <pc:sldMk cId="1588979623" sldId="258"/>
            <ac:spMk id="9" creationId="{8335194B-708F-C3E1-47C7-6B985671CCC1}"/>
          </ac:spMkLst>
        </pc:spChg>
        <pc:spChg chg="add mod">
          <ac:chgData name="Sofia Osorio" userId="265b7080-5772-4045-aded-a4bff660a8c0" providerId="ADAL" clId="{7AA25ED0-0EC0-4D59-94B6-3D2F71FC1931}" dt="2026-04-28T14:18:14.065" v="1522"/>
          <ac:spMkLst>
            <pc:docMk/>
            <pc:sldMk cId="1588979623" sldId="258"/>
            <ac:spMk id="10" creationId="{B7825F98-89DA-7CA7-5D9A-ED46461150ED}"/>
          </ac:spMkLst>
        </pc:spChg>
      </pc:sldChg>
      <pc:sldChg chg="addSp modSp add mod">
        <pc:chgData name="Sofia Osorio" userId="265b7080-5772-4045-aded-a4bff660a8c0" providerId="ADAL" clId="{7AA25ED0-0EC0-4D59-94B6-3D2F71FC1931}" dt="2026-04-28T14:18:27.692" v="1524"/>
        <pc:sldMkLst>
          <pc:docMk/>
          <pc:sldMk cId="620549252" sldId="259"/>
        </pc:sldMkLst>
        <pc:spChg chg="add mod">
          <ac:chgData name="Sofia Osorio" userId="265b7080-5772-4045-aded-a4bff660a8c0" providerId="ADAL" clId="{7AA25ED0-0EC0-4D59-94B6-3D2F71FC1931}" dt="2026-04-28T14:18:27.692" v="1524"/>
          <ac:spMkLst>
            <pc:docMk/>
            <pc:sldMk cId="620549252" sldId="259"/>
            <ac:spMk id="2" creationId="{C51504F1-54EF-A759-3317-CD6B2EAFE5D4}"/>
          </ac:spMkLst>
        </pc:spChg>
        <pc:spChg chg="mod">
          <ac:chgData name="Sofia Osorio" userId="265b7080-5772-4045-aded-a4bff660a8c0" providerId="ADAL" clId="{7AA25ED0-0EC0-4D59-94B6-3D2F71FC1931}" dt="2026-04-27T22:23:46.426" v="809" actId="20577"/>
          <ac:spMkLst>
            <pc:docMk/>
            <pc:sldMk cId="620549252" sldId="259"/>
            <ac:spMk id="6" creationId="{31A09389-0004-DF13-2011-A2CD3784A18D}"/>
          </ac:spMkLst>
        </pc:spChg>
        <pc:spChg chg="mod">
          <ac:chgData name="Sofia Osorio" userId="265b7080-5772-4045-aded-a4bff660a8c0" providerId="ADAL" clId="{7AA25ED0-0EC0-4D59-94B6-3D2F71FC1931}" dt="2026-04-27T22:24:04.366" v="841" actId="20577"/>
          <ac:spMkLst>
            <pc:docMk/>
            <pc:sldMk cId="620549252" sldId="259"/>
            <ac:spMk id="8" creationId="{65B688A1-D19E-1091-4F23-7B48823BA74A}"/>
          </ac:spMkLst>
        </pc:spChg>
      </pc:sldChg>
      <pc:sldChg chg="addSp delSp modSp add mod">
        <pc:chgData name="Sofia Osorio" userId="265b7080-5772-4045-aded-a4bff660a8c0" providerId="ADAL" clId="{7AA25ED0-0EC0-4D59-94B6-3D2F71FC1931}" dt="2026-04-28T14:18:20.474" v="1523"/>
        <pc:sldMkLst>
          <pc:docMk/>
          <pc:sldMk cId="735354596" sldId="260"/>
        </pc:sldMkLst>
        <pc:spChg chg="add mod">
          <ac:chgData name="Sofia Osorio" userId="265b7080-5772-4045-aded-a4bff660a8c0" providerId="ADAL" clId="{7AA25ED0-0EC0-4D59-94B6-3D2F71FC1931}" dt="2026-04-27T22:24:58.750" v="862" actId="1076"/>
          <ac:spMkLst>
            <pc:docMk/>
            <pc:sldMk cId="735354596" sldId="260"/>
            <ac:spMk id="2" creationId="{F9E94A81-CE9F-1AC3-8EBA-6520015031E4}"/>
          </ac:spMkLst>
        </pc:spChg>
        <pc:spChg chg="add mod">
          <ac:chgData name="Sofia Osorio" userId="265b7080-5772-4045-aded-a4bff660a8c0" providerId="ADAL" clId="{7AA25ED0-0EC0-4D59-94B6-3D2F71FC1931}" dt="2026-04-27T22:25:41.366" v="930" actId="1076"/>
          <ac:spMkLst>
            <pc:docMk/>
            <pc:sldMk cId="735354596" sldId="260"/>
            <ac:spMk id="3" creationId="{630BF370-D6D3-0E87-6BCD-8F65DE21381A}"/>
          </ac:spMkLst>
        </pc:spChg>
        <pc:spChg chg="mod">
          <ac:chgData name="Sofia Osorio" userId="265b7080-5772-4045-aded-a4bff660a8c0" providerId="ADAL" clId="{7AA25ED0-0EC0-4D59-94B6-3D2F71FC1931}" dt="2026-04-27T22:24:28.128" v="848" actId="20577"/>
          <ac:spMkLst>
            <pc:docMk/>
            <pc:sldMk cId="735354596" sldId="260"/>
            <ac:spMk id="4" creationId="{74DB0298-71EB-4035-8ED9-8686AF7762B1}"/>
          </ac:spMkLst>
        </pc:spChg>
        <pc:spChg chg="mod">
          <ac:chgData name="Sofia Osorio" userId="265b7080-5772-4045-aded-a4bff660a8c0" providerId="ADAL" clId="{7AA25ED0-0EC0-4D59-94B6-3D2F71FC1931}" dt="2026-04-27T22:25:29.060" v="925" actId="21"/>
          <ac:spMkLst>
            <pc:docMk/>
            <pc:sldMk cId="735354596" sldId="260"/>
            <ac:spMk id="6" creationId="{31A09389-0004-DF13-2011-A2CD3784A18D}"/>
          </ac:spMkLst>
        </pc:spChg>
        <pc:spChg chg="del">
          <ac:chgData name="Sofia Osorio" userId="265b7080-5772-4045-aded-a4bff660a8c0" providerId="ADAL" clId="{7AA25ED0-0EC0-4D59-94B6-3D2F71FC1931}" dt="2026-04-27T22:27:13.807" v="1132" actId="478"/>
          <ac:spMkLst>
            <pc:docMk/>
            <pc:sldMk cId="735354596" sldId="260"/>
            <ac:spMk id="7" creationId="{C1CBF38D-01A5-1DEF-ABE6-325555F56986}"/>
          </ac:spMkLst>
        </pc:spChg>
        <pc:spChg chg="del">
          <ac:chgData name="Sofia Osorio" userId="265b7080-5772-4045-aded-a4bff660a8c0" providerId="ADAL" clId="{7AA25ED0-0EC0-4D59-94B6-3D2F71FC1931}" dt="2026-04-27T22:24:19.334" v="844" actId="478"/>
          <ac:spMkLst>
            <pc:docMk/>
            <pc:sldMk cId="735354596" sldId="260"/>
            <ac:spMk id="8" creationId="{65B688A1-D19E-1091-4F23-7B48823BA74A}"/>
          </ac:spMkLst>
        </pc:spChg>
        <pc:spChg chg="add mod">
          <ac:chgData name="Sofia Osorio" userId="265b7080-5772-4045-aded-a4bff660a8c0" providerId="ADAL" clId="{7AA25ED0-0EC0-4D59-94B6-3D2F71FC1931}" dt="2026-04-27T22:26:01.678" v="973" actId="1076"/>
          <ac:spMkLst>
            <pc:docMk/>
            <pc:sldMk cId="735354596" sldId="260"/>
            <ac:spMk id="9" creationId="{286B36EF-4234-01A2-782E-8A5101DD6099}"/>
          </ac:spMkLst>
        </pc:spChg>
        <pc:spChg chg="add mod">
          <ac:chgData name="Sofia Osorio" userId="265b7080-5772-4045-aded-a4bff660a8c0" providerId="ADAL" clId="{7AA25ED0-0EC0-4D59-94B6-3D2F71FC1931}" dt="2026-04-27T22:28:54.624" v="1220" actId="20577"/>
          <ac:spMkLst>
            <pc:docMk/>
            <pc:sldMk cId="735354596" sldId="260"/>
            <ac:spMk id="10" creationId="{EF3B4E10-A1BE-593F-27F0-FD3623B2C485}"/>
          </ac:spMkLst>
        </pc:spChg>
        <pc:spChg chg="add mod">
          <ac:chgData name="Sofia Osorio" userId="265b7080-5772-4045-aded-a4bff660a8c0" providerId="ADAL" clId="{7AA25ED0-0EC0-4D59-94B6-3D2F71FC1931}" dt="2026-04-27T22:27:06.660" v="1131" actId="255"/>
          <ac:spMkLst>
            <pc:docMk/>
            <pc:sldMk cId="735354596" sldId="260"/>
            <ac:spMk id="11" creationId="{1C1D6ABE-8745-E4DC-CF2F-2B2D50B070EC}"/>
          </ac:spMkLst>
        </pc:spChg>
        <pc:spChg chg="add mod">
          <ac:chgData name="Sofia Osorio" userId="265b7080-5772-4045-aded-a4bff660a8c0" providerId="ADAL" clId="{7AA25ED0-0EC0-4D59-94B6-3D2F71FC1931}" dt="2026-04-27T22:26:58.342" v="1129" actId="14100"/>
          <ac:spMkLst>
            <pc:docMk/>
            <pc:sldMk cId="735354596" sldId="260"/>
            <ac:spMk id="12" creationId="{425AFE37-CE74-D8C0-91A7-EE9E9D42388B}"/>
          </ac:spMkLst>
        </pc:spChg>
        <pc:spChg chg="add mod">
          <ac:chgData name="Sofia Osorio" userId="265b7080-5772-4045-aded-a4bff660a8c0" providerId="ADAL" clId="{7AA25ED0-0EC0-4D59-94B6-3D2F71FC1931}" dt="2026-04-27T22:29:38.490" v="1301" actId="1036"/>
          <ac:spMkLst>
            <pc:docMk/>
            <pc:sldMk cId="735354596" sldId="260"/>
            <ac:spMk id="13" creationId="{14D8B0DF-4F38-2FD0-DFD3-4CCA82962728}"/>
          </ac:spMkLst>
        </pc:spChg>
        <pc:spChg chg="add mod">
          <ac:chgData name="Sofia Osorio" userId="265b7080-5772-4045-aded-a4bff660a8c0" providerId="ADAL" clId="{7AA25ED0-0EC0-4D59-94B6-3D2F71FC1931}" dt="2026-04-27T22:29:34.700" v="1292" actId="1036"/>
          <ac:spMkLst>
            <pc:docMk/>
            <pc:sldMk cId="735354596" sldId="260"/>
            <ac:spMk id="14" creationId="{13C62C9F-CF0A-344F-7EF5-4D3F0097ADE9}"/>
          </ac:spMkLst>
        </pc:spChg>
        <pc:spChg chg="add mod">
          <ac:chgData name="Sofia Osorio" userId="265b7080-5772-4045-aded-a4bff660a8c0" providerId="ADAL" clId="{7AA25ED0-0EC0-4D59-94B6-3D2F71FC1931}" dt="2026-04-27T22:29:34.700" v="1292" actId="1036"/>
          <ac:spMkLst>
            <pc:docMk/>
            <pc:sldMk cId="735354596" sldId="260"/>
            <ac:spMk id="15" creationId="{F4E4E7C9-7A6A-7A20-1BDF-3D2281037452}"/>
          </ac:spMkLst>
        </pc:spChg>
        <pc:spChg chg="add mod">
          <ac:chgData name="Sofia Osorio" userId="265b7080-5772-4045-aded-a4bff660a8c0" providerId="ADAL" clId="{7AA25ED0-0EC0-4D59-94B6-3D2F71FC1931}" dt="2026-04-27T22:29:34.700" v="1292" actId="1036"/>
          <ac:spMkLst>
            <pc:docMk/>
            <pc:sldMk cId="735354596" sldId="260"/>
            <ac:spMk id="16" creationId="{24EB1662-73BF-34D9-5901-260D638707E2}"/>
          </ac:spMkLst>
        </pc:spChg>
        <pc:spChg chg="add mod">
          <ac:chgData name="Sofia Osorio" userId="265b7080-5772-4045-aded-a4bff660a8c0" providerId="ADAL" clId="{7AA25ED0-0EC0-4D59-94B6-3D2F71FC1931}" dt="2026-04-27T22:29:23.827" v="1262" actId="1036"/>
          <ac:spMkLst>
            <pc:docMk/>
            <pc:sldMk cId="735354596" sldId="260"/>
            <ac:spMk id="17" creationId="{79351DE1-220F-E32C-6B7A-26DDDC8CA5D0}"/>
          </ac:spMkLst>
        </pc:spChg>
        <pc:spChg chg="add mod">
          <ac:chgData name="Sofia Osorio" userId="265b7080-5772-4045-aded-a4bff660a8c0" providerId="ADAL" clId="{7AA25ED0-0EC0-4D59-94B6-3D2F71FC1931}" dt="2026-04-27T22:29:23.827" v="1262" actId="1036"/>
          <ac:spMkLst>
            <pc:docMk/>
            <pc:sldMk cId="735354596" sldId="260"/>
            <ac:spMk id="18" creationId="{ACFDD1EB-1782-E766-1317-09F61C5646F4}"/>
          </ac:spMkLst>
        </pc:spChg>
        <pc:spChg chg="add mod">
          <ac:chgData name="Sofia Osorio" userId="265b7080-5772-4045-aded-a4bff660a8c0" providerId="ADAL" clId="{7AA25ED0-0EC0-4D59-94B6-3D2F71FC1931}" dt="2026-04-27T22:29:23.827" v="1262" actId="1036"/>
          <ac:spMkLst>
            <pc:docMk/>
            <pc:sldMk cId="735354596" sldId="260"/>
            <ac:spMk id="19" creationId="{293A9A22-AFF2-ABB4-1672-F6E6F6F4F2B6}"/>
          </ac:spMkLst>
        </pc:spChg>
        <pc:spChg chg="add mod">
          <ac:chgData name="Sofia Osorio" userId="265b7080-5772-4045-aded-a4bff660a8c0" providerId="ADAL" clId="{7AA25ED0-0EC0-4D59-94B6-3D2F71FC1931}" dt="2026-04-27T22:29:34.700" v="1292" actId="1036"/>
          <ac:spMkLst>
            <pc:docMk/>
            <pc:sldMk cId="735354596" sldId="260"/>
            <ac:spMk id="20" creationId="{6BF4EAE0-3A26-D7E4-96AE-C24E43B44074}"/>
          </ac:spMkLst>
        </pc:spChg>
        <pc:spChg chg="add mod">
          <ac:chgData name="Sofia Osorio" userId="265b7080-5772-4045-aded-a4bff660a8c0" providerId="ADAL" clId="{7AA25ED0-0EC0-4D59-94B6-3D2F71FC1931}" dt="2026-04-27T22:29:23.827" v="1262" actId="1036"/>
          <ac:spMkLst>
            <pc:docMk/>
            <pc:sldMk cId="735354596" sldId="260"/>
            <ac:spMk id="21" creationId="{6CC42BAF-73B7-47DF-FA12-79D5AB58E5A9}"/>
          </ac:spMkLst>
        </pc:spChg>
        <pc:spChg chg="add mod">
          <ac:chgData name="Sofia Osorio" userId="265b7080-5772-4045-aded-a4bff660a8c0" providerId="ADAL" clId="{7AA25ED0-0EC0-4D59-94B6-3D2F71FC1931}" dt="2026-04-27T22:29:34.700" v="1292" actId="1036"/>
          <ac:spMkLst>
            <pc:docMk/>
            <pc:sldMk cId="735354596" sldId="260"/>
            <ac:spMk id="22" creationId="{69F59A08-1C8B-7264-4278-D74143D91F70}"/>
          </ac:spMkLst>
        </pc:spChg>
        <pc:spChg chg="add mod">
          <ac:chgData name="Sofia Osorio" userId="265b7080-5772-4045-aded-a4bff660a8c0" providerId="ADAL" clId="{7AA25ED0-0EC0-4D59-94B6-3D2F71FC1931}" dt="2026-04-27T22:29:23.827" v="1262" actId="1036"/>
          <ac:spMkLst>
            <pc:docMk/>
            <pc:sldMk cId="735354596" sldId="260"/>
            <ac:spMk id="23" creationId="{F6514489-4936-155E-59D9-16D096099061}"/>
          </ac:spMkLst>
        </pc:spChg>
        <pc:spChg chg="add mod">
          <ac:chgData name="Sofia Osorio" userId="265b7080-5772-4045-aded-a4bff660a8c0" providerId="ADAL" clId="{7AA25ED0-0EC0-4D59-94B6-3D2F71FC1931}" dt="2026-04-27T22:29:49.404" v="1303" actId="20577"/>
          <ac:spMkLst>
            <pc:docMk/>
            <pc:sldMk cId="735354596" sldId="260"/>
            <ac:spMk id="24" creationId="{DDA60824-B8BE-8D2B-C5B5-C4472C4A23C7}"/>
          </ac:spMkLst>
        </pc:spChg>
        <pc:spChg chg="add mod">
          <ac:chgData name="Sofia Osorio" userId="265b7080-5772-4045-aded-a4bff660a8c0" providerId="ADAL" clId="{7AA25ED0-0EC0-4D59-94B6-3D2F71FC1931}" dt="2026-04-28T14:18:20.474" v="1523"/>
          <ac:spMkLst>
            <pc:docMk/>
            <pc:sldMk cId="735354596" sldId="260"/>
            <ac:spMk id="25" creationId="{7E76B752-CCB7-0A7B-D2F2-7114F7E374F3}"/>
          </ac:spMkLst>
        </pc:spChg>
      </pc:sldChg>
      <pc:sldChg chg="addSp delSp modSp add mod ord">
        <pc:chgData name="Sofia Osorio" userId="265b7080-5772-4045-aded-a4bff660a8c0" providerId="ADAL" clId="{7AA25ED0-0EC0-4D59-94B6-3D2F71FC1931}" dt="2026-04-28T14:23:43.513" v="1749" actId="6549"/>
        <pc:sldMkLst>
          <pc:docMk/>
          <pc:sldMk cId="3152736564" sldId="261"/>
        </pc:sldMkLst>
        <pc:spChg chg="add mod">
          <ac:chgData name="Sofia Osorio" userId="265b7080-5772-4045-aded-a4bff660a8c0" providerId="ADAL" clId="{7AA25ED0-0EC0-4D59-94B6-3D2F71FC1931}" dt="2026-04-28T14:08:52.441" v="1511" actId="14100"/>
          <ac:spMkLst>
            <pc:docMk/>
            <pc:sldMk cId="3152736564" sldId="261"/>
            <ac:spMk id="2" creationId="{6BFE692C-EEBB-330F-45C9-591A59AA4D61}"/>
          </ac:spMkLst>
        </pc:spChg>
        <pc:spChg chg="add mod">
          <ac:chgData name="Sofia Osorio" userId="265b7080-5772-4045-aded-a4bff660a8c0" providerId="ADAL" clId="{7AA25ED0-0EC0-4D59-94B6-3D2F71FC1931}" dt="2026-04-28T14:07:45.612" v="1401"/>
          <ac:spMkLst>
            <pc:docMk/>
            <pc:sldMk cId="3152736564" sldId="261"/>
            <ac:spMk id="3" creationId="{4D501369-8504-9F89-CE80-4250121E574F}"/>
          </ac:spMkLst>
        </pc:spChg>
        <pc:spChg chg="mod">
          <ac:chgData name="Sofia Osorio" userId="265b7080-5772-4045-aded-a4bff660a8c0" providerId="ADAL" clId="{7AA25ED0-0EC0-4D59-94B6-3D2F71FC1931}" dt="2026-04-28T14:08:35.338" v="1505" actId="20577"/>
          <ac:spMkLst>
            <pc:docMk/>
            <pc:sldMk cId="3152736564" sldId="261"/>
            <ac:spMk id="4" creationId="{74DB0298-71EB-4035-8ED9-8686AF7762B1}"/>
          </ac:spMkLst>
        </pc:spChg>
        <pc:spChg chg="mod">
          <ac:chgData name="Sofia Osorio" userId="265b7080-5772-4045-aded-a4bff660a8c0" providerId="ADAL" clId="{7AA25ED0-0EC0-4D59-94B6-3D2F71FC1931}" dt="2026-04-28T14:23:43.513" v="1749" actId="6549"/>
          <ac:spMkLst>
            <pc:docMk/>
            <pc:sldMk cId="3152736564" sldId="261"/>
            <ac:spMk id="5" creationId="{18F9A5B2-456A-4EBD-5FB9-DF4484773C10}"/>
          </ac:spMkLst>
        </pc:spChg>
        <pc:spChg chg="del">
          <ac:chgData name="Sofia Osorio" userId="265b7080-5772-4045-aded-a4bff660a8c0" providerId="ADAL" clId="{7AA25ED0-0EC0-4D59-94B6-3D2F71FC1931}" dt="2026-04-28T14:06:55.422" v="1307" actId="478"/>
          <ac:spMkLst>
            <pc:docMk/>
            <pc:sldMk cId="3152736564" sldId="261"/>
            <ac:spMk id="6" creationId="{31A09389-0004-DF13-2011-A2CD3784A18D}"/>
          </ac:spMkLst>
        </pc:spChg>
        <pc:spChg chg="mod">
          <ac:chgData name="Sofia Osorio" userId="265b7080-5772-4045-aded-a4bff660a8c0" providerId="ADAL" clId="{7AA25ED0-0EC0-4D59-94B6-3D2F71FC1931}" dt="2026-04-28T14:08:55.379" v="1512" actId="14100"/>
          <ac:spMkLst>
            <pc:docMk/>
            <pc:sldMk cId="3152736564" sldId="261"/>
            <ac:spMk id="7" creationId="{C1CBF38D-01A5-1DEF-ABE6-325555F56986}"/>
          </ac:spMkLst>
        </pc:spChg>
        <pc:spChg chg="del">
          <ac:chgData name="Sofia Osorio" userId="265b7080-5772-4045-aded-a4bff660a8c0" providerId="ADAL" clId="{7AA25ED0-0EC0-4D59-94B6-3D2F71FC1931}" dt="2026-04-28T14:07:00.655" v="1308" actId="478"/>
          <ac:spMkLst>
            <pc:docMk/>
            <pc:sldMk cId="3152736564" sldId="261"/>
            <ac:spMk id="8" creationId="{65B688A1-D19E-1091-4F23-7B48823BA74A}"/>
          </ac:spMkLst>
        </pc:spChg>
        <pc:spChg chg="add mod">
          <ac:chgData name="Sofia Osorio" userId="265b7080-5772-4045-aded-a4bff660a8c0" providerId="ADAL" clId="{7AA25ED0-0EC0-4D59-94B6-3D2F71FC1931}" dt="2026-04-28T14:08:45.636" v="1509" actId="255"/>
          <ac:spMkLst>
            <pc:docMk/>
            <pc:sldMk cId="3152736564" sldId="261"/>
            <ac:spMk id="9" creationId="{A838FFD8-7D16-A9CA-BAA5-C7F2F1242AA8}"/>
          </ac:spMkLst>
        </pc:spChg>
        <pc:spChg chg="add mod">
          <ac:chgData name="Sofia Osorio" userId="265b7080-5772-4045-aded-a4bff660a8c0" providerId="ADAL" clId="{7AA25ED0-0EC0-4D59-94B6-3D2F71FC1931}" dt="2026-04-28T14:19:00.744" v="1537"/>
          <ac:spMkLst>
            <pc:docMk/>
            <pc:sldMk cId="3152736564" sldId="261"/>
            <ac:spMk id="10" creationId="{CCEA8844-1543-84D8-0BDB-07B8D27C03FF}"/>
          </ac:spMkLst>
        </pc:spChg>
      </pc:sldChg>
      <pc:sldChg chg="addSp delSp modSp add mod">
        <pc:chgData name="Sofia Osorio" userId="265b7080-5772-4045-aded-a4bff660a8c0" providerId="ADAL" clId="{7AA25ED0-0EC0-4D59-94B6-3D2F71FC1931}" dt="2026-04-28T14:33:26.109" v="1934" actId="14100"/>
        <pc:sldMkLst>
          <pc:docMk/>
          <pc:sldMk cId="319999134" sldId="262"/>
        </pc:sldMkLst>
        <pc:spChg chg="del">
          <ac:chgData name="Sofia Osorio" userId="265b7080-5772-4045-aded-a4bff660a8c0" providerId="ADAL" clId="{7AA25ED0-0EC0-4D59-94B6-3D2F71FC1931}" dt="2026-04-28T14:22:24.816" v="1715" actId="478"/>
          <ac:spMkLst>
            <pc:docMk/>
            <pc:sldMk cId="319999134" sldId="262"/>
            <ac:spMk id="2" creationId="{6BFE692C-EEBB-330F-45C9-591A59AA4D61}"/>
          </ac:spMkLst>
        </pc:spChg>
        <pc:spChg chg="mod">
          <ac:chgData name="Sofia Osorio" userId="265b7080-5772-4045-aded-a4bff660a8c0" providerId="ADAL" clId="{7AA25ED0-0EC0-4D59-94B6-3D2F71FC1931}" dt="2026-04-28T14:33:26.109" v="1934" actId="14100"/>
          <ac:spMkLst>
            <pc:docMk/>
            <pc:sldMk cId="319999134" sldId="262"/>
            <ac:spMk id="3" creationId="{4D501369-8504-9F89-CE80-4250121E574F}"/>
          </ac:spMkLst>
        </pc:spChg>
        <pc:spChg chg="mod ord">
          <ac:chgData name="Sofia Osorio" userId="265b7080-5772-4045-aded-a4bff660a8c0" providerId="ADAL" clId="{7AA25ED0-0EC0-4D59-94B6-3D2F71FC1931}" dt="2026-04-28T14:21:07.790" v="1649" actId="167"/>
          <ac:spMkLst>
            <pc:docMk/>
            <pc:sldMk cId="319999134" sldId="262"/>
            <ac:spMk id="4" creationId="{74DB0298-71EB-4035-8ED9-8686AF7762B1}"/>
          </ac:spMkLst>
        </pc:spChg>
        <pc:spChg chg="mod">
          <ac:chgData name="Sofia Osorio" userId="265b7080-5772-4045-aded-a4bff660a8c0" providerId="ADAL" clId="{7AA25ED0-0EC0-4D59-94B6-3D2F71FC1931}" dt="2026-04-28T14:23:39.948" v="1748" actId="6549"/>
          <ac:spMkLst>
            <pc:docMk/>
            <pc:sldMk cId="319999134" sldId="262"/>
            <ac:spMk id="5" creationId="{18F9A5B2-456A-4EBD-5FB9-DF4484773C10}"/>
          </ac:spMkLst>
        </pc:spChg>
        <pc:spChg chg="add mod">
          <ac:chgData name="Sofia Osorio" userId="265b7080-5772-4045-aded-a4bff660a8c0" providerId="ADAL" clId="{7AA25ED0-0EC0-4D59-94B6-3D2F71FC1931}" dt="2026-04-28T14:20:10" v="1625" actId="1038"/>
          <ac:spMkLst>
            <pc:docMk/>
            <pc:sldMk cId="319999134" sldId="262"/>
            <ac:spMk id="6" creationId="{ACA41F69-C444-291B-D743-F02064115D3B}"/>
          </ac:spMkLst>
        </pc:spChg>
        <pc:spChg chg="del">
          <ac:chgData name="Sofia Osorio" userId="265b7080-5772-4045-aded-a4bff660a8c0" providerId="ADAL" clId="{7AA25ED0-0EC0-4D59-94B6-3D2F71FC1931}" dt="2026-04-28T14:22:25.909" v="1716" actId="478"/>
          <ac:spMkLst>
            <pc:docMk/>
            <pc:sldMk cId="319999134" sldId="262"/>
            <ac:spMk id="7" creationId="{C1CBF38D-01A5-1DEF-ABE6-325555F56986}"/>
          </ac:spMkLst>
        </pc:spChg>
        <pc:spChg chg="add mod">
          <ac:chgData name="Sofia Osorio" userId="265b7080-5772-4045-aded-a4bff660a8c0" providerId="ADAL" clId="{7AA25ED0-0EC0-4D59-94B6-3D2F71FC1931}" dt="2026-04-28T14:20:17.852" v="1638" actId="20577"/>
          <ac:spMkLst>
            <pc:docMk/>
            <pc:sldMk cId="319999134" sldId="262"/>
            <ac:spMk id="8" creationId="{D08D3C59-ED7F-BDDC-3D96-1EA34F44AB6E}"/>
          </ac:spMkLst>
        </pc:spChg>
        <pc:spChg chg="mod">
          <ac:chgData name="Sofia Osorio" userId="265b7080-5772-4045-aded-a4bff660a8c0" providerId="ADAL" clId="{7AA25ED0-0EC0-4D59-94B6-3D2F71FC1931}" dt="2026-04-28T14:20:12.253" v="1626" actId="14100"/>
          <ac:spMkLst>
            <pc:docMk/>
            <pc:sldMk cId="319999134" sldId="262"/>
            <ac:spMk id="9" creationId="{A838FFD8-7D16-A9CA-BAA5-C7F2F1242AA8}"/>
          </ac:spMkLst>
        </pc:spChg>
        <pc:spChg chg="mod">
          <ac:chgData name="Sofia Osorio" userId="265b7080-5772-4045-aded-a4bff660a8c0" providerId="ADAL" clId="{7AA25ED0-0EC0-4D59-94B6-3D2F71FC1931}" dt="2026-04-28T14:23:23.255" v="1733"/>
          <ac:spMkLst>
            <pc:docMk/>
            <pc:sldMk cId="319999134" sldId="262"/>
            <ac:spMk id="10" creationId="{CCEA8844-1543-84D8-0BDB-07B8D27C03FF}"/>
          </ac:spMkLst>
        </pc:spChg>
        <pc:spChg chg="add mod">
          <ac:chgData name="Sofia Osorio" userId="265b7080-5772-4045-aded-a4bff660a8c0" providerId="ADAL" clId="{7AA25ED0-0EC0-4D59-94B6-3D2F71FC1931}" dt="2026-04-28T14:20:15.306" v="1632" actId="20577"/>
          <ac:spMkLst>
            <pc:docMk/>
            <pc:sldMk cId="319999134" sldId="262"/>
            <ac:spMk id="11" creationId="{3A57DEA6-4927-79D9-249D-BCF0D43C64D1}"/>
          </ac:spMkLst>
        </pc:spChg>
        <pc:spChg chg="add mod">
          <ac:chgData name="Sofia Osorio" userId="265b7080-5772-4045-aded-a4bff660a8c0" providerId="ADAL" clId="{7AA25ED0-0EC0-4D59-94B6-3D2F71FC1931}" dt="2026-04-28T14:23:03.980" v="1730" actId="1076"/>
          <ac:spMkLst>
            <pc:docMk/>
            <pc:sldMk cId="319999134" sldId="262"/>
            <ac:spMk id="12" creationId="{11D4B435-4F1D-BE65-2CAB-14297F7916B3}"/>
          </ac:spMkLst>
        </pc:spChg>
        <pc:spChg chg="add mod">
          <ac:chgData name="Sofia Osorio" userId="265b7080-5772-4045-aded-a4bff660a8c0" providerId="ADAL" clId="{7AA25ED0-0EC0-4D59-94B6-3D2F71FC1931}" dt="2026-04-28T14:23:10.619" v="1732" actId="1076"/>
          <ac:spMkLst>
            <pc:docMk/>
            <pc:sldMk cId="319999134" sldId="262"/>
            <ac:spMk id="13" creationId="{74DAD8A1-5034-851D-EF39-05A1FAFBF144}"/>
          </ac:spMkLst>
        </pc:spChg>
        <pc:spChg chg="add mod">
          <ac:chgData name="Sofia Osorio" userId="265b7080-5772-4045-aded-a4bff660a8c0" providerId="ADAL" clId="{7AA25ED0-0EC0-4D59-94B6-3D2F71FC1931}" dt="2026-04-28T14:23:08.113" v="1731" actId="1076"/>
          <ac:spMkLst>
            <pc:docMk/>
            <pc:sldMk cId="319999134" sldId="262"/>
            <ac:spMk id="14" creationId="{E74E7AFA-3E44-1126-0DCE-154D460B293A}"/>
          </ac:spMkLst>
        </pc:spChg>
        <pc:spChg chg="add mod ord">
          <ac:chgData name="Sofia Osorio" userId="265b7080-5772-4045-aded-a4bff660a8c0" providerId="ADAL" clId="{7AA25ED0-0EC0-4D59-94B6-3D2F71FC1931}" dt="2026-04-28T14:21:05.618" v="1648" actId="167"/>
          <ac:spMkLst>
            <pc:docMk/>
            <pc:sldMk cId="319999134" sldId="262"/>
            <ac:spMk id="15" creationId="{62DE3F49-9103-8040-CC84-E0F94032E722}"/>
          </ac:spMkLst>
        </pc:spChg>
        <pc:spChg chg="add mod">
          <ac:chgData name="Sofia Osorio" userId="265b7080-5772-4045-aded-a4bff660a8c0" providerId="ADAL" clId="{7AA25ED0-0EC0-4D59-94B6-3D2F71FC1931}" dt="2026-04-28T14:21:32.649" v="1667" actId="20577"/>
          <ac:spMkLst>
            <pc:docMk/>
            <pc:sldMk cId="319999134" sldId="262"/>
            <ac:spMk id="16" creationId="{F07CDE55-B4B3-7AC7-7082-87D141C7E9C9}"/>
          </ac:spMkLst>
        </pc:spChg>
        <pc:spChg chg="add mod">
          <ac:chgData name="Sofia Osorio" userId="265b7080-5772-4045-aded-a4bff660a8c0" providerId="ADAL" clId="{7AA25ED0-0EC0-4D59-94B6-3D2F71FC1931}" dt="2026-04-28T14:23:01.193" v="1729" actId="1076"/>
          <ac:spMkLst>
            <pc:docMk/>
            <pc:sldMk cId="319999134" sldId="262"/>
            <ac:spMk id="17" creationId="{7E3D2B4C-F70E-25FC-0D18-48E5AC0B35FE}"/>
          </ac:spMkLst>
        </pc:spChg>
        <pc:spChg chg="add mod">
          <ac:chgData name="Sofia Osorio" userId="265b7080-5772-4045-aded-a4bff660a8c0" providerId="ADAL" clId="{7AA25ED0-0EC0-4D59-94B6-3D2F71FC1931}" dt="2026-04-28T14:22:39.193" v="1718" actId="1076"/>
          <ac:spMkLst>
            <pc:docMk/>
            <pc:sldMk cId="319999134" sldId="262"/>
            <ac:spMk id="18" creationId="{6E461077-9CC6-237D-9DD3-0C31C4134AA6}"/>
          </ac:spMkLst>
        </pc:spChg>
        <pc:spChg chg="add mod">
          <ac:chgData name="Sofia Osorio" userId="265b7080-5772-4045-aded-a4bff660a8c0" providerId="ADAL" clId="{7AA25ED0-0EC0-4D59-94B6-3D2F71FC1931}" dt="2026-04-28T14:22:39.193" v="1718" actId="1076"/>
          <ac:spMkLst>
            <pc:docMk/>
            <pc:sldMk cId="319999134" sldId="262"/>
            <ac:spMk id="19" creationId="{65E41218-2389-B863-12FA-994DC0722614}"/>
          </ac:spMkLst>
        </pc:spChg>
        <pc:spChg chg="add mod">
          <ac:chgData name="Sofia Osorio" userId="265b7080-5772-4045-aded-a4bff660a8c0" providerId="ADAL" clId="{7AA25ED0-0EC0-4D59-94B6-3D2F71FC1931}" dt="2026-04-28T14:22:29.041" v="1717"/>
          <ac:spMkLst>
            <pc:docMk/>
            <pc:sldMk cId="319999134" sldId="262"/>
            <ac:spMk id="20" creationId="{E9119820-5C01-19C9-DD24-D74CCA86C3E6}"/>
          </ac:spMkLst>
        </pc:spChg>
        <pc:spChg chg="add mod">
          <ac:chgData name="Sofia Osorio" userId="265b7080-5772-4045-aded-a4bff660a8c0" providerId="ADAL" clId="{7AA25ED0-0EC0-4D59-94B6-3D2F71FC1931}" dt="2026-04-28T14:22:43.269" v="1720" actId="1076"/>
          <ac:spMkLst>
            <pc:docMk/>
            <pc:sldMk cId="319999134" sldId="262"/>
            <ac:spMk id="21" creationId="{CAA45750-CE1F-8880-A08D-DC2C18025D1F}"/>
          </ac:spMkLst>
        </pc:spChg>
        <pc:spChg chg="add mod">
          <ac:chgData name="Sofia Osorio" userId="265b7080-5772-4045-aded-a4bff660a8c0" providerId="ADAL" clId="{7AA25ED0-0EC0-4D59-94B6-3D2F71FC1931}" dt="2026-04-28T14:22:43.269" v="1720" actId="1076"/>
          <ac:spMkLst>
            <pc:docMk/>
            <pc:sldMk cId="319999134" sldId="262"/>
            <ac:spMk id="22" creationId="{E53FB35E-AC9D-B237-A2FA-5AC51B1B8D55}"/>
          </ac:spMkLst>
        </pc:spChg>
        <pc:spChg chg="add mod">
          <ac:chgData name="Sofia Osorio" userId="265b7080-5772-4045-aded-a4bff660a8c0" providerId="ADAL" clId="{7AA25ED0-0EC0-4D59-94B6-3D2F71FC1931}" dt="2026-04-28T14:22:47.399" v="1722" actId="1076"/>
          <ac:spMkLst>
            <pc:docMk/>
            <pc:sldMk cId="319999134" sldId="262"/>
            <ac:spMk id="23" creationId="{DBE1909B-12D2-6165-8562-8EC603D84424}"/>
          </ac:spMkLst>
        </pc:spChg>
        <pc:spChg chg="add mod">
          <ac:chgData name="Sofia Osorio" userId="265b7080-5772-4045-aded-a4bff660a8c0" providerId="ADAL" clId="{7AA25ED0-0EC0-4D59-94B6-3D2F71FC1931}" dt="2026-04-28T14:22:47.399" v="1722" actId="1076"/>
          <ac:spMkLst>
            <pc:docMk/>
            <pc:sldMk cId="319999134" sldId="262"/>
            <ac:spMk id="24" creationId="{EB5A13EF-DE19-563E-BD7C-3D4FBF3E33BE}"/>
          </ac:spMkLst>
        </pc:spChg>
        <pc:spChg chg="add mod">
          <ac:chgData name="Sofia Osorio" userId="265b7080-5772-4045-aded-a4bff660a8c0" providerId="ADAL" clId="{7AA25ED0-0EC0-4D59-94B6-3D2F71FC1931}" dt="2026-04-28T14:22:51.878" v="1724" actId="1076"/>
          <ac:spMkLst>
            <pc:docMk/>
            <pc:sldMk cId="319999134" sldId="262"/>
            <ac:spMk id="25" creationId="{4EA1BC90-C4F0-284A-1A3C-986A0999EC38}"/>
          </ac:spMkLst>
        </pc:spChg>
        <pc:spChg chg="add mod">
          <ac:chgData name="Sofia Osorio" userId="265b7080-5772-4045-aded-a4bff660a8c0" providerId="ADAL" clId="{7AA25ED0-0EC0-4D59-94B6-3D2F71FC1931}" dt="2026-04-28T14:22:51.878" v="1724" actId="1076"/>
          <ac:spMkLst>
            <pc:docMk/>
            <pc:sldMk cId="319999134" sldId="262"/>
            <ac:spMk id="26" creationId="{3A6683A8-B7E3-08B8-913E-1397F7DE173C}"/>
          </ac:spMkLst>
        </pc:spChg>
        <pc:spChg chg="add mod">
          <ac:chgData name="Sofia Osorio" userId="265b7080-5772-4045-aded-a4bff660a8c0" providerId="ADAL" clId="{7AA25ED0-0EC0-4D59-94B6-3D2F71FC1931}" dt="2026-04-28T14:22:55.721" v="1726" actId="1076"/>
          <ac:spMkLst>
            <pc:docMk/>
            <pc:sldMk cId="319999134" sldId="262"/>
            <ac:spMk id="27" creationId="{10F8AF68-E8F5-6FFF-41D8-4DA8E54F067A}"/>
          </ac:spMkLst>
        </pc:spChg>
        <pc:spChg chg="add mod">
          <ac:chgData name="Sofia Osorio" userId="265b7080-5772-4045-aded-a4bff660a8c0" providerId="ADAL" clId="{7AA25ED0-0EC0-4D59-94B6-3D2F71FC1931}" dt="2026-04-28T14:22:55.721" v="1726" actId="1076"/>
          <ac:spMkLst>
            <pc:docMk/>
            <pc:sldMk cId="319999134" sldId="262"/>
            <ac:spMk id="28" creationId="{A56C4A17-A852-3985-547D-F5DE14C6F462}"/>
          </ac:spMkLst>
        </pc:spChg>
        <pc:spChg chg="add mod">
          <ac:chgData name="Sofia Osorio" userId="265b7080-5772-4045-aded-a4bff660a8c0" providerId="ADAL" clId="{7AA25ED0-0EC0-4D59-94B6-3D2F71FC1931}" dt="2026-04-28T14:22:58.968" v="1728" actId="1076"/>
          <ac:spMkLst>
            <pc:docMk/>
            <pc:sldMk cId="319999134" sldId="262"/>
            <ac:spMk id="29" creationId="{8A256034-67F5-689B-DBC3-957F5D104EBC}"/>
          </ac:spMkLst>
        </pc:spChg>
        <pc:spChg chg="add mod">
          <ac:chgData name="Sofia Osorio" userId="265b7080-5772-4045-aded-a4bff660a8c0" providerId="ADAL" clId="{7AA25ED0-0EC0-4D59-94B6-3D2F71FC1931}" dt="2026-04-28T14:22:58.968" v="1728" actId="1076"/>
          <ac:spMkLst>
            <pc:docMk/>
            <pc:sldMk cId="319999134" sldId="262"/>
            <ac:spMk id="30" creationId="{AFA9B4A4-E865-B934-6575-A123CC38E0CA}"/>
          </ac:spMkLst>
        </pc:spChg>
        <pc:spChg chg="add mod">
          <ac:chgData name="Sofia Osorio" userId="265b7080-5772-4045-aded-a4bff660a8c0" providerId="ADAL" clId="{7AA25ED0-0EC0-4D59-94B6-3D2F71FC1931}" dt="2026-04-28T14:32:58.303" v="1925" actId="1076"/>
          <ac:spMkLst>
            <pc:docMk/>
            <pc:sldMk cId="319999134" sldId="262"/>
            <ac:spMk id="31" creationId="{EC0449BE-BD9F-9D5D-13C9-3082E54DE004}"/>
          </ac:spMkLst>
        </pc:spChg>
        <pc:spChg chg="add mod">
          <ac:chgData name="Sofia Osorio" userId="265b7080-5772-4045-aded-a4bff660a8c0" providerId="ADAL" clId="{7AA25ED0-0EC0-4D59-94B6-3D2F71FC1931}" dt="2026-04-28T14:31:55.205" v="1909" actId="1076"/>
          <ac:spMkLst>
            <pc:docMk/>
            <pc:sldMk cId="319999134" sldId="262"/>
            <ac:spMk id="34" creationId="{C67D045F-C8A4-D57E-6688-C714C4A6CFD6}"/>
          </ac:spMkLst>
        </pc:spChg>
        <pc:spChg chg="add del mod">
          <ac:chgData name="Sofia Osorio" userId="265b7080-5772-4045-aded-a4bff660a8c0" providerId="ADAL" clId="{7AA25ED0-0EC0-4D59-94B6-3D2F71FC1931}" dt="2026-04-28T14:33:00.322" v="1926" actId="478"/>
          <ac:spMkLst>
            <pc:docMk/>
            <pc:sldMk cId="319999134" sldId="262"/>
            <ac:spMk id="35" creationId="{4BED85BD-92BC-22F5-20AE-2050DD430F79}"/>
          </ac:spMkLst>
        </pc:spChg>
        <pc:spChg chg="add mod">
          <ac:chgData name="Sofia Osorio" userId="265b7080-5772-4045-aded-a4bff660a8c0" providerId="ADAL" clId="{7AA25ED0-0EC0-4D59-94B6-3D2F71FC1931}" dt="2026-04-28T14:31:59.767" v="1911" actId="1076"/>
          <ac:spMkLst>
            <pc:docMk/>
            <pc:sldMk cId="319999134" sldId="262"/>
            <ac:spMk id="36" creationId="{15AF596D-EBBF-7FB4-D32D-8AA21BA419DE}"/>
          </ac:spMkLst>
        </pc:spChg>
        <pc:spChg chg="add del mod">
          <ac:chgData name="Sofia Osorio" userId="265b7080-5772-4045-aded-a4bff660a8c0" providerId="ADAL" clId="{7AA25ED0-0EC0-4D59-94B6-3D2F71FC1931}" dt="2026-04-28T14:31:27.712" v="1900" actId="478"/>
          <ac:spMkLst>
            <pc:docMk/>
            <pc:sldMk cId="319999134" sldId="262"/>
            <ac:spMk id="37" creationId="{AB627744-0807-505C-82B0-3C349EC85F13}"/>
          </ac:spMkLst>
        </pc:spChg>
        <pc:spChg chg="add mod">
          <ac:chgData name="Sofia Osorio" userId="265b7080-5772-4045-aded-a4bff660a8c0" providerId="ADAL" clId="{7AA25ED0-0EC0-4D59-94B6-3D2F71FC1931}" dt="2026-04-28T14:32:08.759" v="1913" actId="1076"/>
          <ac:spMkLst>
            <pc:docMk/>
            <pc:sldMk cId="319999134" sldId="262"/>
            <ac:spMk id="38" creationId="{0E1A3477-C32B-E926-8E21-7B45F8C22CDC}"/>
          </ac:spMkLst>
        </pc:spChg>
        <pc:spChg chg="add mod">
          <ac:chgData name="Sofia Osorio" userId="265b7080-5772-4045-aded-a4bff660a8c0" providerId="ADAL" clId="{7AA25ED0-0EC0-4D59-94B6-3D2F71FC1931}" dt="2026-04-28T14:32:08.759" v="1913" actId="1076"/>
          <ac:spMkLst>
            <pc:docMk/>
            <pc:sldMk cId="319999134" sldId="262"/>
            <ac:spMk id="39" creationId="{3E9E02D2-9CE1-1B2A-3FD6-7A9EB4C0C580}"/>
          </ac:spMkLst>
        </pc:spChg>
        <pc:spChg chg="add mod">
          <ac:chgData name="Sofia Osorio" userId="265b7080-5772-4045-aded-a4bff660a8c0" providerId="ADAL" clId="{7AA25ED0-0EC0-4D59-94B6-3D2F71FC1931}" dt="2026-04-28T14:32:17.697" v="1916" actId="1076"/>
          <ac:spMkLst>
            <pc:docMk/>
            <pc:sldMk cId="319999134" sldId="262"/>
            <ac:spMk id="40" creationId="{78EF5900-5E67-B531-8DD4-3EEF9A2226DD}"/>
          </ac:spMkLst>
        </pc:spChg>
        <pc:spChg chg="add mod">
          <ac:chgData name="Sofia Osorio" userId="265b7080-5772-4045-aded-a4bff660a8c0" providerId="ADAL" clId="{7AA25ED0-0EC0-4D59-94B6-3D2F71FC1931}" dt="2026-04-28T14:32:17.697" v="1916" actId="1076"/>
          <ac:spMkLst>
            <pc:docMk/>
            <pc:sldMk cId="319999134" sldId="262"/>
            <ac:spMk id="41" creationId="{C139357A-E439-AB58-F557-9B8823FC915E}"/>
          </ac:spMkLst>
        </pc:spChg>
        <pc:spChg chg="add mod">
          <ac:chgData name="Sofia Osorio" userId="265b7080-5772-4045-aded-a4bff660a8c0" providerId="ADAL" clId="{7AA25ED0-0EC0-4D59-94B6-3D2F71FC1931}" dt="2026-04-28T14:32:27.931" v="1919" actId="1076"/>
          <ac:spMkLst>
            <pc:docMk/>
            <pc:sldMk cId="319999134" sldId="262"/>
            <ac:spMk id="42" creationId="{65081561-0C69-0CEC-306E-52ABA4F71448}"/>
          </ac:spMkLst>
        </pc:spChg>
        <pc:spChg chg="add mod">
          <ac:chgData name="Sofia Osorio" userId="265b7080-5772-4045-aded-a4bff660a8c0" providerId="ADAL" clId="{7AA25ED0-0EC0-4D59-94B6-3D2F71FC1931}" dt="2026-04-28T14:32:27.931" v="1919" actId="1076"/>
          <ac:spMkLst>
            <pc:docMk/>
            <pc:sldMk cId="319999134" sldId="262"/>
            <ac:spMk id="43" creationId="{BD2B44EC-5B43-2588-0873-CF13F53834A9}"/>
          </ac:spMkLst>
        </pc:spChg>
        <pc:spChg chg="add mod">
          <ac:chgData name="Sofia Osorio" userId="265b7080-5772-4045-aded-a4bff660a8c0" providerId="ADAL" clId="{7AA25ED0-0EC0-4D59-94B6-3D2F71FC1931}" dt="2026-04-28T14:32:29.980" v="1920"/>
          <ac:spMkLst>
            <pc:docMk/>
            <pc:sldMk cId="319999134" sldId="262"/>
            <ac:spMk id="44" creationId="{8ECA5AF3-657A-D231-C490-200579E11178}"/>
          </ac:spMkLst>
        </pc:spChg>
        <pc:spChg chg="add mod">
          <ac:chgData name="Sofia Osorio" userId="265b7080-5772-4045-aded-a4bff660a8c0" providerId="ADAL" clId="{7AA25ED0-0EC0-4D59-94B6-3D2F71FC1931}" dt="2026-04-28T14:32:29.980" v="1920"/>
          <ac:spMkLst>
            <pc:docMk/>
            <pc:sldMk cId="319999134" sldId="262"/>
            <ac:spMk id="45" creationId="{98B4642F-1D32-A557-8732-FFE63E744808}"/>
          </ac:spMkLst>
        </pc:spChg>
        <pc:spChg chg="add mod">
          <ac:chgData name="Sofia Osorio" userId="265b7080-5772-4045-aded-a4bff660a8c0" providerId="ADAL" clId="{7AA25ED0-0EC0-4D59-94B6-3D2F71FC1931}" dt="2026-04-28T14:32:43.785" v="1922" actId="1076"/>
          <ac:spMkLst>
            <pc:docMk/>
            <pc:sldMk cId="319999134" sldId="262"/>
            <ac:spMk id="46" creationId="{35F1B579-ED13-5108-441C-1E386CB99270}"/>
          </ac:spMkLst>
        </pc:spChg>
        <pc:spChg chg="add mod">
          <ac:chgData name="Sofia Osorio" userId="265b7080-5772-4045-aded-a4bff660a8c0" providerId="ADAL" clId="{7AA25ED0-0EC0-4D59-94B6-3D2F71FC1931}" dt="2026-04-28T14:32:43.785" v="1922" actId="1076"/>
          <ac:spMkLst>
            <pc:docMk/>
            <pc:sldMk cId="319999134" sldId="262"/>
            <ac:spMk id="47" creationId="{43CFF060-5033-1551-2BD3-6BB3BB8B366E}"/>
          </ac:spMkLst>
        </pc:spChg>
        <pc:spChg chg="add mod">
          <ac:chgData name="Sofia Osorio" userId="265b7080-5772-4045-aded-a4bff660a8c0" providerId="ADAL" clId="{7AA25ED0-0EC0-4D59-94B6-3D2F71FC1931}" dt="2026-04-28T14:32:47.998" v="1924" actId="1076"/>
          <ac:spMkLst>
            <pc:docMk/>
            <pc:sldMk cId="319999134" sldId="262"/>
            <ac:spMk id="48" creationId="{E7A39AC2-80A2-A19A-3D8B-C60495E486C8}"/>
          </ac:spMkLst>
        </pc:spChg>
        <pc:spChg chg="add mod">
          <ac:chgData name="Sofia Osorio" userId="265b7080-5772-4045-aded-a4bff660a8c0" providerId="ADAL" clId="{7AA25ED0-0EC0-4D59-94B6-3D2F71FC1931}" dt="2026-04-28T14:32:47.998" v="1924" actId="1076"/>
          <ac:spMkLst>
            <pc:docMk/>
            <pc:sldMk cId="319999134" sldId="262"/>
            <ac:spMk id="49" creationId="{49E31EA2-CA9F-43A3-2E2E-D22322FA3029}"/>
          </ac:spMkLst>
        </pc:spChg>
        <pc:spChg chg="add mod">
          <ac:chgData name="Sofia Osorio" userId="265b7080-5772-4045-aded-a4bff660a8c0" providerId="ADAL" clId="{7AA25ED0-0EC0-4D59-94B6-3D2F71FC1931}" dt="2026-04-28T14:33:02.180" v="1927"/>
          <ac:spMkLst>
            <pc:docMk/>
            <pc:sldMk cId="319999134" sldId="262"/>
            <ac:spMk id="50" creationId="{EB063F33-1FC1-F1B1-6CB6-158D9CE2C15E}"/>
          </ac:spMkLst>
        </pc:spChg>
        <pc:spChg chg="add mod">
          <ac:chgData name="Sofia Osorio" userId="265b7080-5772-4045-aded-a4bff660a8c0" providerId="ADAL" clId="{7AA25ED0-0EC0-4D59-94B6-3D2F71FC1931}" dt="2026-04-28T14:33:02.180" v="1927"/>
          <ac:spMkLst>
            <pc:docMk/>
            <pc:sldMk cId="319999134" sldId="262"/>
            <ac:spMk id="51" creationId="{D8E57C12-07EA-14BB-91DD-147A7BD2DEF7}"/>
          </ac:spMkLst>
        </pc:spChg>
        <pc:spChg chg="add mod">
          <ac:chgData name="Sofia Osorio" userId="265b7080-5772-4045-aded-a4bff660a8c0" providerId="ADAL" clId="{7AA25ED0-0EC0-4D59-94B6-3D2F71FC1931}" dt="2026-04-28T14:33:22.598" v="1933" actId="208"/>
          <ac:spMkLst>
            <pc:docMk/>
            <pc:sldMk cId="319999134" sldId="262"/>
            <ac:spMk id="52" creationId="{34427370-D89F-6BEB-D596-D66CE2234515}"/>
          </ac:spMkLst>
        </pc:spChg>
        <pc:picChg chg="add del">
          <ac:chgData name="Sofia Osorio" userId="265b7080-5772-4045-aded-a4bff660a8c0" providerId="ADAL" clId="{7AA25ED0-0EC0-4D59-94B6-3D2F71FC1931}" dt="2026-04-28T14:30:48.862" v="1872" actId="478"/>
          <ac:picMkLst>
            <pc:docMk/>
            <pc:sldMk cId="319999134" sldId="262"/>
            <ac:picMk id="33" creationId="{C07095F8-DB01-6249-895A-C19A55320BAB}"/>
          </ac:picMkLst>
        </pc:picChg>
      </pc:sldChg>
      <pc:sldChg chg="addSp delSp modSp add mod ord">
        <pc:chgData name="Sofia Osorio" userId="265b7080-5772-4045-aded-a4bff660a8c0" providerId="ADAL" clId="{7AA25ED0-0EC0-4D59-94B6-3D2F71FC1931}" dt="2026-04-28T14:34:48.626" v="1995" actId="108"/>
        <pc:sldMkLst>
          <pc:docMk/>
          <pc:sldMk cId="980028696" sldId="263"/>
        </pc:sldMkLst>
        <pc:spChg chg="add mod">
          <ac:chgData name="Sofia Osorio" userId="265b7080-5772-4045-aded-a4bff660a8c0" providerId="ADAL" clId="{7AA25ED0-0EC0-4D59-94B6-3D2F71FC1931}" dt="2026-04-28T14:29:45.827" v="1870" actId="14100"/>
          <ac:spMkLst>
            <pc:docMk/>
            <pc:sldMk cId="980028696" sldId="263"/>
            <ac:spMk id="2" creationId="{1F8987BE-6628-6A75-9B09-B75D977C4571}"/>
          </ac:spMkLst>
        </pc:spChg>
        <pc:spChg chg="add mod">
          <ac:chgData name="Sofia Osorio" userId="265b7080-5772-4045-aded-a4bff660a8c0" providerId="ADAL" clId="{7AA25ED0-0EC0-4D59-94B6-3D2F71FC1931}" dt="2026-04-28T14:25:16.082" v="1763"/>
          <ac:spMkLst>
            <pc:docMk/>
            <pc:sldMk cId="980028696" sldId="263"/>
            <ac:spMk id="3" creationId="{723342E8-C345-7C06-1CFF-A68F9414E450}"/>
          </ac:spMkLst>
        </pc:spChg>
        <pc:spChg chg="mod">
          <ac:chgData name="Sofia Osorio" userId="265b7080-5772-4045-aded-a4bff660a8c0" providerId="ADAL" clId="{7AA25ED0-0EC0-4D59-94B6-3D2F71FC1931}" dt="2026-04-28T14:27:19.574" v="1863" actId="1076"/>
          <ac:spMkLst>
            <pc:docMk/>
            <pc:sldMk cId="980028696" sldId="263"/>
            <ac:spMk id="4" creationId="{B03DDF69-B824-50FF-FE45-F6726C1784CD}"/>
          </ac:spMkLst>
        </pc:spChg>
        <pc:spChg chg="mod">
          <ac:chgData name="Sofia Osorio" userId="265b7080-5772-4045-aded-a4bff660a8c0" providerId="ADAL" clId="{7AA25ED0-0EC0-4D59-94B6-3D2F71FC1931}" dt="2026-04-28T14:29:27.716" v="1864" actId="14100"/>
          <ac:spMkLst>
            <pc:docMk/>
            <pc:sldMk cId="980028696" sldId="263"/>
            <ac:spMk id="5" creationId="{3F73A770-A64F-BD02-E906-4249F73FBF7F}"/>
          </ac:spMkLst>
        </pc:spChg>
        <pc:spChg chg="del">
          <ac:chgData name="Sofia Osorio" userId="265b7080-5772-4045-aded-a4bff660a8c0" providerId="ADAL" clId="{7AA25ED0-0EC0-4D59-94B6-3D2F71FC1931}" dt="2026-04-28T14:26:23.978" v="1831" actId="478"/>
          <ac:spMkLst>
            <pc:docMk/>
            <pc:sldMk cId="980028696" sldId="263"/>
            <ac:spMk id="6" creationId="{453AB906-2630-1522-8F2F-C5189A71AC6C}"/>
          </ac:spMkLst>
        </pc:spChg>
        <pc:spChg chg="del">
          <ac:chgData name="Sofia Osorio" userId="265b7080-5772-4045-aded-a4bff660a8c0" providerId="ADAL" clId="{7AA25ED0-0EC0-4D59-94B6-3D2F71FC1931}" dt="2026-04-28T14:26:53.331" v="1853" actId="478"/>
          <ac:spMkLst>
            <pc:docMk/>
            <pc:sldMk cId="980028696" sldId="263"/>
            <ac:spMk id="7" creationId="{6D325956-C307-7784-3A1E-8B4C985ADBAF}"/>
          </ac:spMkLst>
        </pc:spChg>
        <pc:spChg chg="del mod">
          <ac:chgData name="Sofia Osorio" userId="265b7080-5772-4045-aded-a4bff660a8c0" providerId="ADAL" clId="{7AA25ED0-0EC0-4D59-94B6-3D2F71FC1931}" dt="2026-04-28T14:26:54.422" v="1855" actId="478"/>
          <ac:spMkLst>
            <pc:docMk/>
            <pc:sldMk cId="980028696" sldId="263"/>
            <ac:spMk id="8" creationId="{8047F654-95D7-030A-B10C-F40DB76D938E}"/>
          </ac:spMkLst>
        </pc:spChg>
        <pc:spChg chg="del">
          <ac:chgData name="Sofia Osorio" userId="265b7080-5772-4045-aded-a4bff660a8c0" providerId="ADAL" clId="{7AA25ED0-0EC0-4D59-94B6-3D2F71FC1931}" dt="2026-04-28T14:26:55.771" v="1856" actId="478"/>
          <ac:spMkLst>
            <pc:docMk/>
            <pc:sldMk cId="980028696" sldId="263"/>
            <ac:spMk id="9" creationId="{C39F7156-A224-0752-45AF-301E5DC2F945}"/>
          </ac:spMkLst>
        </pc:spChg>
        <pc:spChg chg="mod">
          <ac:chgData name="Sofia Osorio" userId="265b7080-5772-4045-aded-a4bff660a8c0" providerId="ADAL" clId="{7AA25ED0-0EC0-4D59-94B6-3D2F71FC1931}" dt="2026-04-28T14:29:30.215" v="1865" actId="1076"/>
          <ac:spMkLst>
            <pc:docMk/>
            <pc:sldMk cId="980028696" sldId="263"/>
            <ac:spMk id="10" creationId="{CE781595-EE8B-8250-C25F-10A1EBA65A1A}"/>
          </ac:spMkLst>
        </pc:spChg>
        <pc:spChg chg="del">
          <ac:chgData name="Sofia Osorio" userId="265b7080-5772-4045-aded-a4bff660a8c0" providerId="ADAL" clId="{7AA25ED0-0EC0-4D59-94B6-3D2F71FC1931}" dt="2026-04-28T14:27:02.226" v="1857" actId="478"/>
          <ac:spMkLst>
            <pc:docMk/>
            <pc:sldMk cId="980028696" sldId="263"/>
            <ac:spMk id="11" creationId="{851F4645-26DA-35F5-AB3C-CEDC302CA9BA}"/>
          </ac:spMkLst>
        </pc:spChg>
        <pc:spChg chg="del">
          <ac:chgData name="Sofia Osorio" userId="265b7080-5772-4045-aded-a4bff660a8c0" providerId="ADAL" clId="{7AA25ED0-0EC0-4D59-94B6-3D2F71FC1931}" dt="2026-04-28T14:27:03.573" v="1858" actId="478"/>
          <ac:spMkLst>
            <pc:docMk/>
            <pc:sldMk cId="980028696" sldId="263"/>
            <ac:spMk id="12" creationId="{ADFA8127-C917-1E14-437A-0C3D4EAE49C6}"/>
          </ac:spMkLst>
        </pc:spChg>
        <pc:spChg chg="add del mod">
          <ac:chgData name="Sofia Osorio" userId="265b7080-5772-4045-aded-a4bff660a8c0" providerId="ADAL" clId="{7AA25ED0-0EC0-4D59-94B6-3D2F71FC1931}" dt="2026-04-28T14:33:38.398" v="1935" actId="478"/>
          <ac:spMkLst>
            <pc:docMk/>
            <pc:sldMk cId="980028696" sldId="263"/>
            <ac:spMk id="14" creationId="{A24B45F4-CD66-80D3-BE9A-76BB22D79323}"/>
          </ac:spMkLst>
        </pc:spChg>
        <pc:spChg chg="mod">
          <ac:chgData name="Sofia Osorio" userId="265b7080-5772-4045-aded-a4bff660a8c0" providerId="ADAL" clId="{7AA25ED0-0EC0-4D59-94B6-3D2F71FC1931}" dt="2026-04-28T14:24:07.895" v="1753"/>
          <ac:spMkLst>
            <pc:docMk/>
            <pc:sldMk cId="980028696" sldId="263"/>
            <ac:spMk id="15" creationId="{B030CF05-FA02-F0DB-F4CF-037D620B3B49}"/>
          </ac:spMkLst>
        </pc:spChg>
        <pc:spChg chg="add del mod">
          <ac:chgData name="Sofia Osorio" userId="265b7080-5772-4045-aded-a4bff660a8c0" providerId="ADAL" clId="{7AA25ED0-0EC0-4D59-94B6-3D2F71FC1931}" dt="2026-04-28T14:33:38.398" v="1935" actId="478"/>
          <ac:spMkLst>
            <pc:docMk/>
            <pc:sldMk cId="980028696" sldId="263"/>
            <ac:spMk id="16" creationId="{79CFE921-3567-208F-0416-CF7B376703C8}"/>
          </ac:spMkLst>
        </pc:spChg>
        <pc:spChg chg="add mod">
          <ac:chgData name="Sofia Osorio" userId="265b7080-5772-4045-aded-a4bff660a8c0" providerId="ADAL" clId="{7AA25ED0-0EC0-4D59-94B6-3D2F71FC1931}" dt="2026-04-28T14:26:14.340" v="1828" actId="1035"/>
          <ac:spMkLst>
            <pc:docMk/>
            <pc:sldMk cId="980028696" sldId="263"/>
            <ac:spMk id="17" creationId="{350A7CD3-D843-CAF3-363B-4FE97F895817}"/>
          </ac:spMkLst>
        </pc:spChg>
        <pc:spChg chg="add mod">
          <ac:chgData name="Sofia Osorio" userId="265b7080-5772-4045-aded-a4bff660a8c0" providerId="ADAL" clId="{7AA25ED0-0EC0-4D59-94B6-3D2F71FC1931}" dt="2026-04-28T14:29:38.481" v="1867" actId="1076"/>
          <ac:spMkLst>
            <pc:docMk/>
            <pc:sldMk cId="980028696" sldId="263"/>
            <ac:spMk id="18" creationId="{6CBF0590-18E6-B30E-75D5-5248FD5DBBFF}"/>
          </ac:spMkLst>
        </pc:spChg>
        <pc:spChg chg="add mod">
          <ac:chgData name="Sofia Osorio" userId="265b7080-5772-4045-aded-a4bff660a8c0" providerId="ADAL" clId="{7AA25ED0-0EC0-4D59-94B6-3D2F71FC1931}" dt="2026-04-28T14:29:38.481" v="1867" actId="1076"/>
          <ac:spMkLst>
            <pc:docMk/>
            <pc:sldMk cId="980028696" sldId="263"/>
            <ac:spMk id="19" creationId="{A7397682-F78B-53F5-0287-C9583CFE766E}"/>
          </ac:spMkLst>
        </pc:spChg>
        <pc:spChg chg="add mod">
          <ac:chgData name="Sofia Osorio" userId="265b7080-5772-4045-aded-a4bff660a8c0" providerId="ADAL" clId="{7AA25ED0-0EC0-4D59-94B6-3D2F71FC1931}" dt="2026-04-28T14:29:38.481" v="1867" actId="1076"/>
          <ac:spMkLst>
            <pc:docMk/>
            <pc:sldMk cId="980028696" sldId="263"/>
            <ac:spMk id="20" creationId="{952BB146-A741-EA7D-5F87-8BD48F574D1D}"/>
          </ac:spMkLst>
        </pc:spChg>
        <pc:spChg chg="add mod">
          <ac:chgData name="Sofia Osorio" userId="265b7080-5772-4045-aded-a4bff660a8c0" providerId="ADAL" clId="{7AA25ED0-0EC0-4D59-94B6-3D2F71FC1931}" dt="2026-04-28T14:33:38.723" v="1936"/>
          <ac:spMkLst>
            <pc:docMk/>
            <pc:sldMk cId="980028696" sldId="263"/>
            <ac:spMk id="21" creationId="{E46C5EFF-D1B6-4161-9D85-FE10F982C9CC}"/>
          </ac:spMkLst>
        </pc:spChg>
        <pc:spChg chg="add mod">
          <ac:chgData name="Sofia Osorio" userId="265b7080-5772-4045-aded-a4bff660a8c0" providerId="ADAL" clId="{7AA25ED0-0EC0-4D59-94B6-3D2F71FC1931}" dt="2026-04-28T14:33:38.723" v="1936"/>
          <ac:spMkLst>
            <pc:docMk/>
            <pc:sldMk cId="980028696" sldId="263"/>
            <ac:spMk id="22" creationId="{E4BDEC3C-142A-3D0B-3E95-8E6A7A1B2747}"/>
          </ac:spMkLst>
        </pc:spChg>
        <pc:spChg chg="add mod">
          <ac:chgData name="Sofia Osorio" userId="265b7080-5772-4045-aded-a4bff660a8c0" providerId="ADAL" clId="{7AA25ED0-0EC0-4D59-94B6-3D2F71FC1931}" dt="2026-04-28T14:33:38.723" v="1936"/>
          <ac:spMkLst>
            <pc:docMk/>
            <pc:sldMk cId="980028696" sldId="263"/>
            <ac:spMk id="23" creationId="{78D50D00-B795-7CCF-8808-E0B35F4E6615}"/>
          </ac:spMkLst>
        </pc:spChg>
        <pc:spChg chg="add mod">
          <ac:chgData name="Sofia Osorio" userId="265b7080-5772-4045-aded-a4bff660a8c0" providerId="ADAL" clId="{7AA25ED0-0EC0-4D59-94B6-3D2F71FC1931}" dt="2026-04-28T14:34:04.388" v="1960" actId="255"/>
          <ac:spMkLst>
            <pc:docMk/>
            <pc:sldMk cId="980028696" sldId="263"/>
            <ac:spMk id="24" creationId="{8C9FE8F1-010D-320D-1207-B9FD88185CA9}"/>
          </ac:spMkLst>
        </pc:spChg>
        <pc:spChg chg="add mod">
          <ac:chgData name="Sofia Osorio" userId="265b7080-5772-4045-aded-a4bff660a8c0" providerId="ADAL" clId="{7AA25ED0-0EC0-4D59-94B6-3D2F71FC1931}" dt="2026-04-28T14:34:14.854" v="1963" actId="20577"/>
          <ac:spMkLst>
            <pc:docMk/>
            <pc:sldMk cId="980028696" sldId="263"/>
            <ac:spMk id="25" creationId="{4B4AC145-E0C9-C4D5-30D8-FEC86C3B7A04}"/>
          </ac:spMkLst>
        </pc:spChg>
        <pc:spChg chg="add mod">
          <ac:chgData name="Sofia Osorio" userId="265b7080-5772-4045-aded-a4bff660a8c0" providerId="ADAL" clId="{7AA25ED0-0EC0-4D59-94B6-3D2F71FC1931}" dt="2026-04-28T14:34:26.533" v="1969" actId="20577"/>
          <ac:spMkLst>
            <pc:docMk/>
            <pc:sldMk cId="980028696" sldId="263"/>
            <ac:spMk id="26" creationId="{E1EF6C71-4835-256E-6A5E-F8923B796DC5}"/>
          </ac:spMkLst>
        </pc:spChg>
        <pc:spChg chg="add mod">
          <ac:chgData name="Sofia Osorio" userId="265b7080-5772-4045-aded-a4bff660a8c0" providerId="ADAL" clId="{7AA25ED0-0EC0-4D59-94B6-3D2F71FC1931}" dt="2026-04-28T14:34:33.805" v="1973" actId="20577"/>
          <ac:spMkLst>
            <pc:docMk/>
            <pc:sldMk cId="980028696" sldId="263"/>
            <ac:spMk id="27" creationId="{6DA040F5-73AA-B231-6F8D-EDA7AF12879C}"/>
          </ac:spMkLst>
        </pc:spChg>
        <pc:spChg chg="add mod">
          <ac:chgData name="Sofia Osorio" userId="265b7080-5772-4045-aded-a4bff660a8c0" providerId="ADAL" clId="{7AA25ED0-0EC0-4D59-94B6-3D2F71FC1931}" dt="2026-04-28T14:34:48.626" v="1995" actId="108"/>
          <ac:spMkLst>
            <pc:docMk/>
            <pc:sldMk cId="980028696" sldId="263"/>
            <ac:spMk id="28" creationId="{39FCF337-255E-7843-5C6B-2B44920024C5}"/>
          </ac:spMkLst>
        </pc:spChg>
      </pc:sldChg>
      <pc:sldChg chg="addSp delSp modSp add mod">
        <pc:chgData name="Sofia Osorio" userId="265b7080-5772-4045-aded-a4bff660a8c0" providerId="ADAL" clId="{7AA25ED0-0EC0-4D59-94B6-3D2F71FC1931}" dt="2026-04-28T14:57:29.619" v="2920" actId="1076"/>
        <pc:sldMkLst>
          <pc:docMk/>
          <pc:sldMk cId="3464612927" sldId="264"/>
        </pc:sldMkLst>
        <pc:spChg chg="del">
          <ac:chgData name="Sofia Osorio" userId="265b7080-5772-4045-aded-a4bff660a8c0" providerId="ADAL" clId="{7AA25ED0-0EC0-4D59-94B6-3D2F71FC1931}" dt="2026-04-28T14:35:48.470" v="2045" actId="478"/>
          <ac:spMkLst>
            <pc:docMk/>
            <pc:sldMk cId="3464612927" sldId="264"/>
            <ac:spMk id="2" creationId="{1F8987BE-6628-6A75-9B09-B75D977C4571}"/>
          </ac:spMkLst>
        </pc:spChg>
        <pc:spChg chg="mod">
          <ac:chgData name="Sofia Osorio" userId="265b7080-5772-4045-aded-a4bff660a8c0" providerId="ADAL" clId="{7AA25ED0-0EC0-4D59-94B6-3D2F71FC1931}" dt="2026-04-28T14:35:40.533" v="2043" actId="20577"/>
          <ac:spMkLst>
            <pc:docMk/>
            <pc:sldMk cId="3464612927" sldId="264"/>
            <ac:spMk id="3" creationId="{723342E8-C345-7C06-1CFF-A68F9414E450}"/>
          </ac:spMkLst>
        </pc:spChg>
        <pc:spChg chg="mod">
          <ac:chgData name="Sofia Osorio" userId="265b7080-5772-4045-aded-a4bff660a8c0" providerId="ADAL" clId="{7AA25ED0-0EC0-4D59-94B6-3D2F71FC1931}" dt="2026-04-28T14:57:29.619" v="2920" actId="1076"/>
          <ac:spMkLst>
            <pc:docMk/>
            <pc:sldMk cId="3464612927" sldId="264"/>
            <ac:spMk id="4" creationId="{B03DDF69-B824-50FF-FE45-F6726C1784CD}"/>
          </ac:spMkLst>
        </pc:spChg>
        <pc:spChg chg="del">
          <ac:chgData name="Sofia Osorio" userId="265b7080-5772-4045-aded-a4bff660a8c0" providerId="ADAL" clId="{7AA25ED0-0EC0-4D59-94B6-3D2F71FC1931}" dt="2026-04-28T14:35:55.214" v="2049" actId="478"/>
          <ac:spMkLst>
            <pc:docMk/>
            <pc:sldMk cId="3464612927" sldId="264"/>
            <ac:spMk id="5" creationId="{3F73A770-A64F-BD02-E906-4249F73FBF7F}"/>
          </ac:spMkLst>
        </pc:spChg>
        <pc:spChg chg="add mod">
          <ac:chgData name="Sofia Osorio" userId="265b7080-5772-4045-aded-a4bff660a8c0" providerId="ADAL" clId="{7AA25ED0-0EC0-4D59-94B6-3D2F71FC1931}" dt="2026-04-28T14:35:09.343" v="1997"/>
          <ac:spMkLst>
            <pc:docMk/>
            <pc:sldMk cId="3464612927" sldId="264"/>
            <ac:spMk id="6" creationId="{A3020523-398D-71F9-8105-E717E647218C}"/>
          </ac:spMkLst>
        </pc:spChg>
        <pc:spChg chg="add mod">
          <ac:chgData name="Sofia Osorio" userId="265b7080-5772-4045-aded-a4bff660a8c0" providerId="ADAL" clId="{7AA25ED0-0EC0-4D59-94B6-3D2F71FC1931}" dt="2026-04-28T14:37:53.154" v="2136" actId="1076"/>
          <ac:spMkLst>
            <pc:docMk/>
            <pc:sldMk cId="3464612927" sldId="264"/>
            <ac:spMk id="9" creationId="{DC65E4AB-4271-C7D5-ED58-45126650D0EA}"/>
          </ac:spMkLst>
        </pc:spChg>
        <pc:spChg chg="del">
          <ac:chgData name="Sofia Osorio" userId="265b7080-5772-4045-aded-a4bff660a8c0" providerId="ADAL" clId="{7AA25ED0-0EC0-4D59-94B6-3D2F71FC1931}" dt="2026-04-28T14:36:30.576" v="2111" actId="478"/>
          <ac:spMkLst>
            <pc:docMk/>
            <pc:sldMk cId="3464612927" sldId="264"/>
            <ac:spMk id="10" creationId="{CE781595-EE8B-8250-C25F-10A1EBA65A1A}"/>
          </ac:spMkLst>
        </pc:spChg>
        <pc:spChg chg="add mod">
          <ac:chgData name="Sofia Osorio" userId="265b7080-5772-4045-aded-a4bff660a8c0" providerId="ADAL" clId="{7AA25ED0-0EC0-4D59-94B6-3D2F71FC1931}" dt="2026-04-28T14:37:53.154" v="2136" actId="1076"/>
          <ac:spMkLst>
            <pc:docMk/>
            <pc:sldMk cId="3464612927" sldId="264"/>
            <ac:spMk id="11" creationId="{BBABBB51-206A-05FA-9A18-E350EE5976E2}"/>
          </ac:spMkLst>
        </pc:spChg>
        <pc:spChg chg="add mod">
          <ac:chgData name="Sofia Osorio" userId="265b7080-5772-4045-aded-a4bff660a8c0" providerId="ADAL" clId="{7AA25ED0-0EC0-4D59-94B6-3D2F71FC1931}" dt="2026-04-28T14:37:53.154" v="2136" actId="1076"/>
          <ac:spMkLst>
            <pc:docMk/>
            <pc:sldMk cId="3464612927" sldId="264"/>
            <ac:spMk id="12" creationId="{93B93152-94DD-A1E7-4D54-945892BE8298}"/>
          </ac:spMkLst>
        </pc:spChg>
        <pc:spChg chg="mod">
          <ac:chgData name="Sofia Osorio" userId="265b7080-5772-4045-aded-a4bff660a8c0" providerId="ADAL" clId="{7AA25ED0-0EC0-4D59-94B6-3D2F71FC1931}" dt="2026-04-28T14:35:19.397" v="1999" actId="6549"/>
          <ac:spMkLst>
            <pc:docMk/>
            <pc:sldMk cId="3464612927" sldId="264"/>
            <ac:spMk id="15" creationId="{B030CF05-FA02-F0DB-F4CF-037D620B3B49}"/>
          </ac:spMkLst>
        </pc:spChg>
        <pc:spChg chg="add mod">
          <ac:chgData name="Sofia Osorio" userId="265b7080-5772-4045-aded-a4bff660a8c0" providerId="ADAL" clId="{7AA25ED0-0EC0-4D59-94B6-3D2F71FC1931}" dt="2026-04-28T14:37:56.733" v="2138" actId="1076"/>
          <ac:spMkLst>
            <pc:docMk/>
            <pc:sldMk cId="3464612927" sldId="264"/>
            <ac:spMk id="16" creationId="{9E481EEE-9445-5598-90DB-B4A6FE02EB0A}"/>
          </ac:spMkLst>
        </pc:spChg>
        <pc:spChg chg="del">
          <ac:chgData name="Sofia Osorio" userId="265b7080-5772-4045-aded-a4bff660a8c0" providerId="ADAL" clId="{7AA25ED0-0EC0-4D59-94B6-3D2F71FC1931}" dt="2026-04-28T14:35:26.652" v="2000" actId="478"/>
          <ac:spMkLst>
            <pc:docMk/>
            <pc:sldMk cId="3464612927" sldId="264"/>
            <ac:spMk id="17" creationId="{350A7CD3-D843-CAF3-363B-4FE97F895817}"/>
          </ac:spMkLst>
        </pc:spChg>
        <pc:spChg chg="del">
          <ac:chgData name="Sofia Osorio" userId="265b7080-5772-4045-aded-a4bff660a8c0" providerId="ADAL" clId="{7AA25ED0-0EC0-4D59-94B6-3D2F71FC1931}" dt="2026-04-28T14:35:50.901" v="2046" actId="478"/>
          <ac:spMkLst>
            <pc:docMk/>
            <pc:sldMk cId="3464612927" sldId="264"/>
            <ac:spMk id="18" creationId="{6CBF0590-18E6-B30E-75D5-5248FD5DBBFF}"/>
          </ac:spMkLst>
        </pc:spChg>
        <pc:spChg chg="del">
          <ac:chgData name="Sofia Osorio" userId="265b7080-5772-4045-aded-a4bff660a8c0" providerId="ADAL" clId="{7AA25ED0-0EC0-4D59-94B6-3D2F71FC1931}" dt="2026-04-28T14:35:51.472" v="2047" actId="478"/>
          <ac:spMkLst>
            <pc:docMk/>
            <pc:sldMk cId="3464612927" sldId="264"/>
            <ac:spMk id="19" creationId="{A7397682-F78B-53F5-0287-C9583CFE766E}"/>
          </ac:spMkLst>
        </pc:spChg>
        <pc:spChg chg="del">
          <ac:chgData name="Sofia Osorio" userId="265b7080-5772-4045-aded-a4bff660a8c0" providerId="ADAL" clId="{7AA25ED0-0EC0-4D59-94B6-3D2F71FC1931}" dt="2026-04-28T14:35:52.256" v="2048" actId="478"/>
          <ac:spMkLst>
            <pc:docMk/>
            <pc:sldMk cId="3464612927" sldId="264"/>
            <ac:spMk id="20" creationId="{952BB146-A741-EA7D-5F87-8BD48F574D1D}"/>
          </ac:spMkLst>
        </pc:spChg>
        <pc:spChg chg="del">
          <ac:chgData name="Sofia Osorio" userId="265b7080-5772-4045-aded-a4bff660a8c0" providerId="ADAL" clId="{7AA25ED0-0EC0-4D59-94B6-3D2F71FC1931}" dt="2026-04-28T14:35:43.799" v="2044" actId="478"/>
          <ac:spMkLst>
            <pc:docMk/>
            <pc:sldMk cId="3464612927" sldId="264"/>
            <ac:spMk id="22" creationId="{E4BDEC3C-142A-3D0B-3E95-8E6A7A1B2747}"/>
          </ac:spMkLst>
        </pc:spChg>
        <pc:spChg chg="add del mod ord">
          <ac:chgData name="Sofia Osorio" userId="265b7080-5772-4045-aded-a4bff660a8c0" providerId="ADAL" clId="{7AA25ED0-0EC0-4D59-94B6-3D2F71FC1931}" dt="2026-04-28T14:40:57.287" v="2401" actId="1076"/>
          <ac:spMkLst>
            <pc:docMk/>
            <pc:sldMk cId="3464612927" sldId="264"/>
            <ac:spMk id="24" creationId="{8C9FE8F1-010D-320D-1207-B9FD88185CA9}"/>
          </ac:spMkLst>
        </pc:spChg>
        <pc:spChg chg="mod">
          <ac:chgData name="Sofia Osorio" userId="265b7080-5772-4045-aded-a4bff660a8c0" providerId="ADAL" clId="{7AA25ED0-0EC0-4D59-94B6-3D2F71FC1931}" dt="2026-04-28T14:36:35.292" v="2112" actId="164"/>
          <ac:spMkLst>
            <pc:docMk/>
            <pc:sldMk cId="3464612927" sldId="264"/>
            <ac:spMk id="25" creationId="{4B4AC145-E0C9-C4D5-30D8-FEC86C3B7A04}"/>
          </ac:spMkLst>
        </pc:spChg>
        <pc:spChg chg="mod">
          <ac:chgData name="Sofia Osorio" userId="265b7080-5772-4045-aded-a4bff660a8c0" providerId="ADAL" clId="{7AA25ED0-0EC0-4D59-94B6-3D2F71FC1931}" dt="2026-04-28T14:36:35.292" v="2112" actId="164"/>
          <ac:spMkLst>
            <pc:docMk/>
            <pc:sldMk cId="3464612927" sldId="264"/>
            <ac:spMk id="26" creationId="{E1EF6C71-4835-256E-6A5E-F8923B796DC5}"/>
          </ac:spMkLst>
        </pc:spChg>
        <pc:spChg chg="mod">
          <ac:chgData name="Sofia Osorio" userId="265b7080-5772-4045-aded-a4bff660a8c0" providerId="ADAL" clId="{7AA25ED0-0EC0-4D59-94B6-3D2F71FC1931}" dt="2026-04-28T14:36:35.292" v="2112" actId="164"/>
          <ac:spMkLst>
            <pc:docMk/>
            <pc:sldMk cId="3464612927" sldId="264"/>
            <ac:spMk id="27" creationId="{6DA040F5-73AA-B231-6F8D-EDA7AF12879C}"/>
          </ac:spMkLst>
        </pc:spChg>
        <pc:spChg chg="add del">
          <ac:chgData name="Sofia Osorio" userId="265b7080-5772-4045-aded-a4bff660a8c0" providerId="ADAL" clId="{7AA25ED0-0EC0-4D59-94B6-3D2F71FC1931}" dt="2026-04-28T14:38:33.377" v="2143" actId="478"/>
          <ac:spMkLst>
            <pc:docMk/>
            <pc:sldMk cId="3464612927" sldId="264"/>
            <ac:spMk id="28" creationId="{39FCF337-255E-7843-5C6B-2B44920024C5}"/>
          </ac:spMkLst>
        </pc:spChg>
        <pc:spChg chg="add mod">
          <ac:chgData name="Sofia Osorio" userId="265b7080-5772-4045-aded-a4bff660a8c0" providerId="ADAL" clId="{7AA25ED0-0EC0-4D59-94B6-3D2F71FC1931}" dt="2026-04-28T14:37:56.733" v="2138" actId="1076"/>
          <ac:spMkLst>
            <pc:docMk/>
            <pc:sldMk cId="3464612927" sldId="264"/>
            <ac:spMk id="29" creationId="{2CE2299A-B17F-D3C4-9025-7CFE71BA238F}"/>
          </ac:spMkLst>
        </pc:spChg>
        <pc:spChg chg="add mod">
          <ac:chgData name="Sofia Osorio" userId="265b7080-5772-4045-aded-a4bff660a8c0" providerId="ADAL" clId="{7AA25ED0-0EC0-4D59-94B6-3D2F71FC1931}" dt="2026-04-28T14:37:56.733" v="2138" actId="1076"/>
          <ac:spMkLst>
            <pc:docMk/>
            <pc:sldMk cId="3464612927" sldId="264"/>
            <ac:spMk id="30" creationId="{76052F71-FB43-79EC-D673-391ACE22A5F6}"/>
          </ac:spMkLst>
        </pc:spChg>
        <pc:spChg chg="add mod">
          <ac:chgData name="Sofia Osorio" userId="265b7080-5772-4045-aded-a4bff660a8c0" providerId="ADAL" clId="{7AA25ED0-0EC0-4D59-94B6-3D2F71FC1931}" dt="2026-04-28T14:40:45.969" v="2396" actId="14100"/>
          <ac:spMkLst>
            <pc:docMk/>
            <pc:sldMk cId="3464612927" sldId="264"/>
            <ac:spMk id="31" creationId="{5596FDE8-7C5E-6973-ED64-16096BCF9E13}"/>
          </ac:spMkLst>
        </pc:spChg>
        <pc:grpChg chg="add del mod">
          <ac:chgData name="Sofia Osorio" userId="265b7080-5772-4045-aded-a4bff660a8c0" providerId="ADAL" clId="{7AA25ED0-0EC0-4D59-94B6-3D2F71FC1931}" dt="2026-04-28T14:36:41.778" v="2114" actId="478"/>
          <ac:grpSpMkLst>
            <pc:docMk/>
            <pc:sldMk cId="3464612927" sldId="264"/>
            <ac:grpSpMk id="7" creationId="{C3286D73-EC50-D66A-D05A-89DCA21B628D}"/>
          </ac:grpSpMkLst>
        </pc:grpChg>
        <pc:picChg chg="add mod">
          <ac:chgData name="Sofia Osorio" userId="265b7080-5772-4045-aded-a4bff660a8c0" providerId="ADAL" clId="{7AA25ED0-0EC0-4D59-94B6-3D2F71FC1931}" dt="2026-04-28T14:49:14.430" v="2407" actId="1076"/>
          <ac:picMkLst>
            <pc:docMk/>
            <pc:sldMk cId="3464612927" sldId="264"/>
            <ac:picMk id="8" creationId="{9C0489EA-EB56-8D11-727F-DFFD0CA0E42C}"/>
          </ac:picMkLst>
        </pc:picChg>
        <pc:picChg chg="add mod">
          <ac:chgData name="Sofia Osorio" userId="265b7080-5772-4045-aded-a4bff660a8c0" providerId="ADAL" clId="{7AA25ED0-0EC0-4D59-94B6-3D2F71FC1931}" dt="2026-04-28T14:49:14.244" v="2406" actId="1076"/>
          <ac:picMkLst>
            <pc:docMk/>
            <pc:sldMk cId="3464612927" sldId="264"/>
            <ac:picMk id="14" creationId="{1E66BFD8-0216-8D63-8B66-C11DDA6B31B1}"/>
          </ac:picMkLst>
        </pc:picChg>
      </pc:sldChg>
      <pc:sldChg chg="addSp delSp modSp add mod">
        <pc:chgData name="Sofia Osorio" userId="265b7080-5772-4045-aded-a4bff660a8c0" providerId="ADAL" clId="{7AA25ED0-0EC0-4D59-94B6-3D2F71FC1931}" dt="2026-04-28T14:54:48.205" v="2814" actId="20577"/>
        <pc:sldMkLst>
          <pc:docMk/>
          <pc:sldMk cId="2937423830" sldId="265"/>
        </pc:sldMkLst>
        <pc:spChg chg="add mod">
          <ac:chgData name="Sofia Osorio" userId="265b7080-5772-4045-aded-a4bff660a8c0" providerId="ADAL" clId="{7AA25ED0-0EC0-4D59-94B6-3D2F71FC1931}" dt="2026-04-28T14:54:19.003" v="2756" actId="1076"/>
          <ac:spMkLst>
            <pc:docMk/>
            <pc:sldMk cId="2937423830" sldId="265"/>
            <ac:spMk id="2" creationId="{81AB2164-B933-4E72-B36E-79DAD9BFFEC5}"/>
          </ac:spMkLst>
        </pc:spChg>
        <pc:spChg chg="mod">
          <ac:chgData name="Sofia Osorio" userId="265b7080-5772-4045-aded-a4bff660a8c0" providerId="ADAL" clId="{7AA25ED0-0EC0-4D59-94B6-3D2F71FC1931}" dt="2026-04-28T14:50:21.808" v="2458" actId="208"/>
          <ac:spMkLst>
            <pc:docMk/>
            <pc:sldMk cId="2937423830" sldId="265"/>
            <ac:spMk id="3" creationId="{723342E8-C345-7C06-1CFF-A68F9414E450}"/>
          </ac:spMkLst>
        </pc:spChg>
        <pc:spChg chg="mod">
          <ac:chgData name="Sofia Osorio" userId="265b7080-5772-4045-aded-a4bff660a8c0" providerId="ADAL" clId="{7AA25ED0-0EC0-4D59-94B6-3D2F71FC1931}" dt="2026-04-28T14:54:48.205" v="2814" actId="20577"/>
          <ac:spMkLst>
            <pc:docMk/>
            <pc:sldMk cId="2937423830" sldId="265"/>
            <ac:spMk id="4" creationId="{B03DDF69-B824-50FF-FE45-F6726C1784CD}"/>
          </ac:spMkLst>
        </pc:spChg>
        <pc:spChg chg="add mod">
          <ac:chgData name="Sofia Osorio" userId="265b7080-5772-4045-aded-a4bff660a8c0" providerId="ADAL" clId="{7AA25ED0-0EC0-4D59-94B6-3D2F71FC1931}" dt="2026-04-28T14:54:19.003" v="2756" actId="1076"/>
          <ac:spMkLst>
            <pc:docMk/>
            <pc:sldMk cId="2937423830" sldId="265"/>
            <ac:spMk id="5" creationId="{F53760BD-C18A-80EB-1979-2A258119B32C}"/>
          </ac:spMkLst>
        </pc:spChg>
        <pc:spChg chg="add mod">
          <ac:chgData name="Sofia Osorio" userId="265b7080-5772-4045-aded-a4bff660a8c0" providerId="ADAL" clId="{7AA25ED0-0EC0-4D59-94B6-3D2F71FC1931}" dt="2026-04-28T14:54:19.003" v="2756" actId="1076"/>
          <ac:spMkLst>
            <pc:docMk/>
            <pc:sldMk cId="2937423830" sldId="265"/>
            <ac:spMk id="6" creationId="{3D0E78F7-1DE9-8B3F-AAEC-EC9CA63D8B6E}"/>
          </ac:spMkLst>
        </pc:spChg>
        <pc:spChg chg="add mod">
          <ac:chgData name="Sofia Osorio" userId="265b7080-5772-4045-aded-a4bff660a8c0" providerId="ADAL" clId="{7AA25ED0-0EC0-4D59-94B6-3D2F71FC1931}" dt="2026-04-28T14:54:19.003" v="2756" actId="1076"/>
          <ac:spMkLst>
            <pc:docMk/>
            <pc:sldMk cId="2937423830" sldId="265"/>
            <ac:spMk id="7" creationId="{E1C722FC-9744-B8B7-3D3D-24211C041521}"/>
          </ac:spMkLst>
        </pc:spChg>
        <pc:spChg chg="del">
          <ac:chgData name="Sofia Osorio" userId="265b7080-5772-4045-aded-a4bff660a8c0" providerId="ADAL" clId="{7AA25ED0-0EC0-4D59-94B6-3D2F71FC1931}" dt="2026-04-28T14:49:56.163" v="2445" actId="478"/>
          <ac:spMkLst>
            <pc:docMk/>
            <pc:sldMk cId="2937423830" sldId="265"/>
            <ac:spMk id="9" creationId="{DC65E4AB-4271-C7D5-ED58-45126650D0EA}"/>
          </ac:spMkLst>
        </pc:spChg>
        <pc:spChg chg="add mod">
          <ac:chgData name="Sofia Osorio" userId="265b7080-5772-4045-aded-a4bff660a8c0" providerId="ADAL" clId="{7AA25ED0-0EC0-4D59-94B6-3D2F71FC1931}" dt="2026-04-28T14:54:19.003" v="2756" actId="1076"/>
          <ac:spMkLst>
            <pc:docMk/>
            <pc:sldMk cId="2937423830" sldId="265"/>
            <ac:spMk id="10" creationId="{E842715B-BC44-5A66-0151-DF9396D2F5E6}"/>
          </ac:spMkLst>
        </pc:spChg>
        <pc:spChg chg="del">
          <ac:chgData name="Sofia Osorio" userId="265b7080-5772-4045-aded-a4bff660a8c0" providerId="ADAL" clId="{7AA25ED0-0EC0-4D59-94B6-3D2F71FC1931}" dt="2026-04-28T14:49:57.708" v="2446" actId="478"/>
          <ac:spMkLst>
            <pc:docMk/>
            <pc:sldMk cId="2937423830" sldId="265"/>
            <ac:spMk id="11" creationId="{BBABBB51-206A-05FA-9A18-E350EE5976E2}"/>
          </ac:spMkLst>
        </pc:spChg>
        <pc:spChg chg="del">
          <ac:chgData name="Sofia Osorio" userId="265b7080-5772-4045-aded-a4bff660a8c0" providerId="ADAL" clId="{7AA25ED0-0EC0-4D59-94B6-3D2F71FC1931}" dt="2026-04-28T14:50:02.947" v="2450" actId="478"/>
          <ac:spMkLst>
            <pc:docMk/>
            <pc:sldMk cId="2937423830" sldId="265"/>
            <ac:spMk id="12" creationId="{93B93152-94DD-A1E7-4D54-945892BE8298}"/>
          </ac:spMkLst>
        </pc:spChg>
        <pc:spChg chg="mod">
          <ac:chgData name="Sofia Osorio" userId="265b7080-5772-4045-aded-a4bff660a8c0" providerId="ADAL" clId="{7AA25ED0-0EC0-4D59-94B6-3D2F71FC1931}" dt="2026-04-28T14:49:31.578" v="2410" actId="20577"/>
          <ac:spMkLst>
            <pc:docMk/>
            <pc:sldMk cId="2937423830" sldId="265"/>
            <ac:spMk id="15" creationId="{B030CF05-FA02-F0DB-F4CF-037D620B3B49}"/>
          </ac:spMkLst>
        </pc:spChg>
        <pc:spChg chg="del">
          <ac:chgData name="Sofia Osorio" userId="265b7080-5772-4045-aded-a4bff660a8c0" providerId="ADAL" clId="{7AA25ED0-0EC0-4D59-94B6-3D2F71FC1931}" dt="2026-04-28T14:50:05.849" v="2452" actId="478"/>
          <ac:spMkLst>
            <pc:docMk/>
            <pc:sldMk cId="2937423830" sldId="265"/>
            <ac:spMk id="16" creationId="{9E481EEE-9445-5598-90DB-B4A6FE02EB0A}"/>
          </ac:spMkLst>
        </pc:spChg>
        <pc:spChg chg="add mod">
          <ac:chgData name="Sofia Osorio" userId="265b7080-5772-4045-aded-a4bff660a8c0" providerId="ADAL" clId="{7AA25ED0-0EC0-4D59-94B6-3D2F71FC1931}" dt="2026-04-28T14:54:19.003" v="2756" actId="1076"/>
          <ac:spMkLst>
            <pc:docMk/>
            <pc:sldMk cId="2937423830" sldId="265"/>
            <ac:spMk id="17" creationId="{5131E62C-7339-AF10-1512-F1DD1A669920}"/>
          </ac:spMkLst>
        </pc:spChg>
        <pc:spChg chg="del">
          <ac:chgData name="Sofia Osorio" userId="265b7080-5772-4045-aded-a4bff660a8c0" providerId="ADAL" clId="{7AA25ED0-0EC0-4D59-94B6-3D2F71FC1931}" dt="2026-04-28T14:50:13.255" v="2456" actId="478"/>
          <ac:spMkLst>
            <pc:docMk/>
            <pc:sldMk cId="2937423830" sldId="265"/>
            <ac:spMk id="23" creationId="{78D50D00-B795-7CCF-8808-E0B35F4E6615}"/>
          </ac:spMkLst>
        </pc:spChg>
        <pc:spChg chg="del mod">
          <ac:chgData name="Sofia Osorio" userId="265b7080-5772-4045-aded-a4bff660a8c0" providerId="ADAL" clId="{7AA25ED0-0EC0-4D59-94B6-3D2F71FC1931}" dt="2026-04-28T14:50:10.146" v="2455" actId="478"/>
          <ac:spMkLst>
            <pc:docMk/>
            <pc:sldMk cId="2937423830" sldId="265"/>
            <ac:spMk id="24" creationId="{8C9FE8F1-010D-320D-1207-B9FD88185CA9}"/>
          </ac:spMkLst>
        </pc:spChg>
        <pc:spChg chg="del">
          <ac:chgData name="Sofia Osorio" userId="265b7080-5772-4045-aded-a4bff660a8c0" providerId="ADAL" clId="{7AA25ED0-0EC0-4D59-94B6-3D2F71FC1931}" dt="2026-04-28T14:49:59.932" v="2448" actId="478"/>
          <ac:spMkLst>
            <pc:docMk/>
            <pc:sldMk cId="2937423830" sldId="265"/>
            <ac:spMk id="29" creationId="{2CE2299A-B17F-D3C4-9025-7CFE71BA238F}"/>
          </ac:spMkLst>
        </pc:spChg>
        <pc:spChg chg="del">
          <ac:chgData name="Sofia Osorio" userId="265b7080-5772-4045-aded-a4bff660a8c0" providerId="ADAL" clId="{7AA25ED0-0EC0-4D59-94B6-3D2F71FC1931}" dt="2026-04-28T14:50:04.768" v="2451" actId="478"/>
          <ac:spMkLst>
            <pc:docMk/>
            <pc:sldMk cId="2937423830" sldId="265"/>
            <ac:spMk id="30" creationId="{76052F71-FB43-79EC-D673-391ACE22A5F6}"/>
          </ac:spMkLst>
        </pc:spChg>
        <pc:spChg chg="del">
          <ac:chgData name="Sofia Osorio" userId="265b7080-5772-4045-aded-a4bff660a8c0" providerId="ADAL" clId="{7AA25ED0-0EC0-4D59-94B6-3D2F71FC1931}" dt="2026-04-28T14:50:08.331" v="2453" actId="478"/>
          <ac:spMkLst>
            <pc:docMk/>
            <pc:sldMk cId="2937423830" sldId="265"/>
            <ac:spMk id="31" creationId="{5596FDE8-7C5E-6973-ED64-16096BCF9E13}"/>
          </ac:spMkLst>
        </pc:spChg>
        <pc:picChg chg="del">
          <ac:chgData name="Sofia Osorio" userId="265b7080-5772-4045-aded-a4bff660a8c0" providerId="ADAL" clId="{7AA25ED0-0EC0-4D59-94B6-3D2F71FC1931}" dt="2026-04-28T14:49:58.414" v="2447" actId="478"/>
          <ac:picMkLst>
            <pc:docMk/>
            <pc:sldMk cId="2937423830" sldId="265"/>
            <ac:picMk id="8" creationId="{9C0489EA-EB56-8D11-727F-DFFD0CA0E42C}"/>
          </ac:picMkLst>
        </pc:picChg>
        <pc:picChg chg="del">
          <ac:chgData name="Sofia Osorio" userId="265b7080-5772-4045-aded-a4bff660a8c0" providerId="ADAL" clId="{7AA25ED0-0EC0-4D59-94B6-3D2F71FC1931}" dt="2026-04-28T14:50:01.066" v="2449" actId="478"/>
          <ac:picMkLst>
            <pc:docMk/>
            <pc:sldMk cId="2937423830" sldId="265"/>
            <ac:picMk id="14" creationId="{1E66BFD8-0216-8D63-8B66-C11DDA6B31B1}"/>
          </ac:picMkLst>
        </pc:picChg>
      </pc:sldChg>
      <pc:sldChg chg="addSp delSp modSp add mod ord">
        <pc:chgData name="Sofia Osorio" userId="265b7080-5772-4045-aded-a4bff660a8c0" providerId="ADAL" clId="{7AA25ED0-0EC0-4D59-94B6-3D2F71FC1931}" dt="2026-04-28T14:59:04.073" v="3107" actId="20577"/>
        <pc:sldMkLst>
          <pc:docMk/>
          <pc:sldMk cId="2363806990" sldId="266"/>
        </pc:sldMkLst>
        <pc:spChg chg="add mod">
          <ac:chgData name="Sofia Osorio" userId="265b7080-5772-4045-aded-a4bff660a8c0" providerId="ADAL" clId="{7AA25ED0-0EC0-4D59-94B6-3D2F71FC1931}" dt="2026-04-28T14:55:46.027" v="2824" actId="1076"/>
          <ac:spMkLst>
            <pc:docMk/>
            <pc:sldMk cId="2363806990" sldId="266"/>
            <ac:spMk id="2" creationId="{21259041-45BD-08B5-19B2-85C0D8305E91}"/>
          </ac:spMkLst>
        </pc:spChg>
        <pc:spChg chg="mod">
          <ac:chgData name="Sofia Osorio" userId="265b7080-5772-4045-aded-a4bff660a8c0" providerId="ADAL" clId="{7AA25ED0-0EC0-4D59-94B6-3D2F71FC1931}" dt="2026-04-28T14:59:04.073" v="3107" actId="20577"/>
          <ac:spMkLst>
            <pc:docMk/>
            <pc:sldMk cId="2363806990" sldId="266"/>
            <ac:spMk id="4" creationId="{74DB0298-71EB-4035-8ED9-8686AF7762B1}"/>
          </ac:spMkLst>
        </pc:spChg>
        <pc:spChg chg="del">
          <ac:chgData name="Sofia Osorio" userId="265b7080-5772-4045-aded-a4bff660a8c0" providerId="ADAL" clId="{7AA25ED0-0EC0-4D59-94B6-3D2F71FC1931}" dt="2026-04-28T14:55:36.879" v="2819" actId="478"/>
          <ac:spMkLst>
            <pc:docMk/>
            <pc:sldMk cId="2363806990" sldId="266"/>
            <ac:spMk id="6" creationId="{ACA41F69-C444-291B-D743-F02064115D3B}"/>
          </ac:spMkLst>
        </pc:spChg>
        <pc:spChg chg="add mod">
          <ac:chgData name="Sofia Osorio" userId="265b7080-5772-4045-aded-a4bff660a8c0" providerId="ADAL" clId="{7AA25ED0-0EC0-4D59-94B6-3D2F71FC1931}" dt="2026-04-28T14:55:46.027" v="2824" actId="1076"/>
          <ac:spMkLst>
            <pc:docMk/>
            <pc:sldMk cId="2363806990" sldId="266"/>
            <ac:spMk id="7" creationId="{B9500745-F607-4800-B3AD-73395280EC7E}"/>
          </ac:spMkLst>
        </pc:spChg>
        <pc:spChg chg="del">
          <ac:chgData name="Sofia Osorio" userId="265b7080-5772-4045-aded-a4bff660a8c0" providerId="ADAL" clId="{7AA25ED0-0EC0-4D59-94B6-3D2F71FC1931}" dt="2026-04-28T14:55:36.879" v="2819" actId="478"/>
          <ac:spMkLst>
            <pc:docMk/>
            <pc:sldMk cId="2363806990" sldId="266"/>
            <ac:spMk id="8" creationId="{D08D3C59-ED7F-BDDC-3D96-1EA34F44AB6E}"/>
          </ac:spMkLst>
        </pc:spChg>
        <pc:spChg chg="del">
          <ac:chgData name="Sofia Osorio" userId="265b7080-5772-4045-aded-a4bff660a8c0" providerId="ADAL" clId="{7AA25ED0-0EC0-4D59-94B6-3D2F71FC1931}" dt="2026-04-28T14:55:36.879" v="2819" actId="478"/>
          <ac:spMkLst>
            <pc:docMk/>
            <pc:sldMk cId="2363806990" sldId="266"/>
            <ac:spMk id="9" creationId="{A838FFD8-7D16-A9CA-BAA5-C7F2F1242AA8}"/>
          </ac:spMkLst>
        </pc:spChg>
        <pc:spChg chg="mod">
          <ac:chgData name="Sofia Osorio" userId="265b7080-5772-4045-aded-a4bff660a8c0" providerId="ADAL" clId="{7AA25ED0-0EC0-4D59-94B6-3D2F71FC1931}" dt="2026-04-28T14:55:24.041" v="2818"/>
          <ac:spMkLst>
            <pc:docMk/>
            <pc:sldMk cId="2363806990" sldId="266"/>
            <ac:spMk id="10" creationId="{CCEA8844-1543-84D8-0BDB-07B8D27C03FF}"/>
          </ac:spMkLst>
        </pc:spChg>
        <pc:spChg chg="del">
          <ac:chgData name="Sofia Osorio" userId="265b7080-5772-4045-aded-a4bff660a8c0" providerId="ADAL" clId="{7AA25ED0-0EC0-4D59-94B6-3D2F71FC1931}" dt="2026-04-28T14:55:36.879" v="2819" actId="478"/>
          <ac:spMkLst>
            <pc:docMk/>
            <pc:sldMk cId="2363806990" sldId="266"/>
            <ac:spMk id="11" creationId="{3A57DEA6-4927-79D9-249D-BCF0D43C64D1}"/>
          </ac:spMkLst>
        </pc:spChg>
        <pc:spChg chg="del">
          <ac:chgData name="Sofia Osorio" userId="265b7080-5772-4045-aded-a4bff660a8c0" providerId="ADAL" clId="{7AA25ED0-0EC0-4D59-94B6-3D2F71FC1931}" dt="2026-04-28T14:55:36.879" v="2819" actId="478"/>
          <ac:spMkLst>
            <pc:docMk/>
            <pc:sldMk cId="2363806990" sldId="266"/>
            <ac:spMk id="12" creationId="{11D4B435-4F1D-BE65-2CAB-14297F7916B3}"/>
          </ac:spMkLst>
        </pc:spChg>
        <pc:spChg chg="del">
          <ac:chgData name="Sofia Osorio" userId="265b7080-5772-4045-aded-a4bff660a8c0" providerId="ADAL" clId="{7AA25ED0-0EC0-4D59-94B6-3D2F71FC1931}" dt="2026-04-28T14:55:36.879" v="2819" actId="478"/>
          <ac:spMkLst>
            <pc:docMk/>
            <pc:sldMk cId="2363806990" sldId="266"/>
            <ac:spMk id="13" creationId="{74DAD8A1-5034-851D-EF39-05A1FAFBF144}"/>
          </ac:spMkLst>
        </pc:spChg>
        <pc:spChg chg="del">
          <ac:chgData name="Sofia Osorio" userId="265b7080-5772-4045-aded-a4bff660a8c0" providerId="ADAL" clId="{7AA25ED0-0EC0-4D59-94B6-3D2F71FC1931}" dt="2026-04-28T14:55:36.879" v="2819" actId="478"/>
          <ac:spMkLst>
            <pc:docMk/>
            <pc:sldMk cId="2363806990" sldId="266"/>
            <ac:spMk id="14" creationId="{E74E7AFA-3E44-1126-0DCE-154D460B293A}"/>
          </ac:spMkLst>
        </pc:spChg>
        <pc:spChg chg="del">
          <ac:chgData name="Sofia Osorio" userId="265b7080-5772-4045-aded-a4bff660a8c0" providerId="ADAL" clId="{7AA25ED0-0EC0-4D59-94B6-3D2F71FC1931}" dt="2026-04-28T14:55:36.879" v="2819" actId="478"/>
          <ac:spMkLst>
            <pc:docMk/>
            <pc:sldMk cId="2363806990" sldId="266"/>
            <ac:spMk id="15" creationId="{62DE3F49-9103-8040-CC84-E0F94032E722}"/>
          </ac:spMkLst>
        </pc:spChg>
        <pc:spChg chg="del">
          <ac:chgData name="Sofia Osorio" userId="265b7080-5772-4045-aded-a4bff660a8c0" providerId="ADAL" clId="{7AA25ED0-0EC0-4D59-94B6-3D2F71FC1931}" dt="2026-04-28T14:55:36.879" v="2819" actId="478"/>
          <ac:spMkLst>
            <pc:docMk/>
            <pc:sldMk cId="2363806990" sldId="266"/>
            <ac:spMk id="16" creationId="{F07CDE55-B4B3-7AC7-7082-87D141C7E9C9}"/>
          </ac:spMkLst>
        </pc:spChg>
        <pc:spChg chg="del">
          <ac:chgData name="Sofia Osorio" userId="265b7080-5772-4045-aded-a4bff660a8c0" providerId="ADAL" clId="{7AA25ED0-0EC0-4D59-94B6-3D2F71FC1931}" dt="2026-04-28T14:55:36.879" v="2819" actId="478"/>
          <ac:spMkLst>
            <pc:docMk/>
            <pc:sldMk cId="2363806990" sldId="266"/>
            <ac:spMk id="17" creationId="{7E3D2B4C-F70E-25FC-0D18-48E5AC0B35FE}"/>
          </ac:spMkLst>
        </pc:spChg>
        <pc:spChg chg="mod">
          <ac:chgData name="Sofia Osorio" userId="265b7080-5772-4045-aded-a4bff660a8c0" providerId="ADAL" clId="{7AA25ED0-0EC0-4D59-94B6-3D2F71FC1931}" dt="2026-04-28T14:58:59.118" v="3081" actId="1038"/>
          <ac:spMkLst>
            <pc:docMk/>
            <pc:sldMk cId="2363806990" sldId="266"/>
            <ac:spMk id="18" creationId="{6E461077-9CC6-237D-9DD3-0C31C4134AA6}"/>
          </ac:spMkLst>
        </pc:spChg>
        <pc:spChg chg="mod">
          <ac:chgData name="Sofia Osorio" userId="265b7080-5772-4045-aded-a4bff660a8c0" providerId="ADAL" clId="{7AA25ED0-0EC0-4D59-94B6-3D2F71FC1931}" dt="2026-04-28T14:58:59.118" v="3081" actId="1038"/>
          <ac:spMkLst>
            <pc:docMk/>
            <pc:sldMk cId="2363806990" sldId="266"/>
            <ac:spMk id="19" creationId="{65E41218-2389-B863-12FA-994DC0722614}"/>
          </ac:spMkLst>
        </pc:spChg>
        <pc:spChg chg="del">
          <ac:chgData name="Sofia Osorio" userId="265b7080-5772-4045-aded-a4bff660a8c0" providerId="ADAL" clId="{7AA25ED0-0EC0-4D59-94B6-3D2F71FC1931}" dt="2026-04-28T14:56:48.296" v="2896" actId="478"/>
          <ac:spMkLst>
            <pc:docMk/>
            <pc:sldMk cId="2363806990" sldId="266"/>
            <ac:spMk id="21" creationId="{CAA45750-CE1F-8880-A08D-DC2C18025D1F}"/>
          </ac:spMkLst>
        </pc:spChg>
        <pc:spChg chg="del">
          <ac:chgData name="Sofia Osorio" userId="265b7080-5772-4045-aded-a4bff660a8c0" providerId="ADAL" clId="{7AA25ED0-0EC0-4D59-94B6-3D2F71FC1931}" dt="2026-04-28T14:56:51.548" v="2898" actId="478"/>
          <ac:spMkLst>
            <pc:docMk/>
            <pc:sldMk cId="2363806990" sldId="266"/>
            <ac:spMk id="22" creationId="{E53FB35E-AC9D-B237-A2FA-5AC51B1B8D55}"/>
          </ac:spMkLst>
        </pc:spChg>
        <pc:spChg chg="del">
          <ac:chgData name="Sofia Osorio" userId="265b7080-5772-4045-aded-a4bff660a8c0" providerId="ADAL" clId="{7AA25ED0-0EC0-4D59-94B6-3D2F71FC1931}" dt="2026-04-28T14:56:50.085" v="2897" actId="478"/>
          <ac:spMkLst>
            <pc:docMk/>
            <pc:sldMk cId="2363806990" sldId="266"/>
            <ac:spMk id="23" creationId="{DBE1909B-12D2-6165-8562-8EC603D84424}"/>
          </ac:spMkLst>
        </pc:spChg>
        <pc:spChg chg="del">
          <ac:chgData name="Sofia Osorio" userId="265b7080-5772-4045-aded-a4bff660a8c0" providerId="ADAL" clId="{7AA25ED0-0EC0-4D59-94B6-3D2F71FC1931}" dt="2026-04-28T14:56:50.085" v="2897" actId="478"/>
          <ac:spMkLst>
            <pc:docMk/>
            <pc:sldMk cId="2363806990" sldId="266"/>
            <ac:spMk id="24" creationId="{EB5A13EF-DE19-563E-BD7C-3D4FBF3E33BE}"/>
          </ac:spMkLst>
        </pc:spChg>
        <pc:spChg chg="del">
          <ac:chgData name="Sofia Osorio" userId="265b7080-5772-4045-aded-a4bff660a8c0" providerId="ADAL" clId="{7AA25ED0-0EC0-4D59-94B6-3D2F71FC1931}" dt="2026-04-28T14:56:31.046" v="2886" actId="478"/>
          <ac:spMkLst>
            <pc:docMk/>
            <pc:sldMk cId="2363806990" sldId="266"/>
            <ac:spMk id="25" creationId="{4EA1BC90-C4F0-284A-1A3C-986A0999EC38}"/>
          </ac:spMkLst>
        </pc:spChg>
        <pc:spChg chg="del">
          <ac:chgData name="Sofia Osorio" userId="265b7080-5772-4045-aded-a4bff660a8c0" providerId="ADAL" clId="{7AA25ED0-0EC0-4D59-94B6-3D2F71FC1931}" dt="2026-04-28T14:56:31.046" v="2886" actId="478"/>
          <ac:spMkLst>
            <pc:docMk/>
            <pc:sldMk cId="2363806990" sldId="266"/>
            <ac:spMk id="26" creationId="{3A6683A8-B7E3-08B8-913E-1397F7DE173C}"/>
          </ac:spMkLst>
        </pc:spChg>
        <pc:spChg chg="del">
          <ac:chgData name="Sofia Osorio" userId="265b7080-5772-4045-aded-a4bff660a8c0" providerId="ADAL" clId="{7AA25ED0-0EC0-4D59-94B6-3D2F71FC1931}" dt="2026-04-28T14:56:31.046" v="2886" actId="478"/>
          <ac:spMkLst>
            <pc:docMk/>
            <pc:sldMk cId="2363806990" sldId="266"/>
            <ac:spMk id="27" creationId="{10F8AF68-E8F5-6FFF-41D8-4DA8E54F067A}"/>
          </ac:spMkLst>
        </pc:spChg>
        <pc:spChg chg="del">
          <ac:chgData name="Sofia Osorio" userId="265b7080-5772-4045-aded-a4bff660a8c0" providerId="ADAL" clId="{7AA25ED0-0EC0-4D59-94B6-3D2F71FC1931}" dt="2026-04-28T14:56:31.046" v="2886" actId="478"/>
          <ac:spMkLst>
            <pc:docMk/>
            <pc:sldMk cId="2363806990" sldId="266"/>
            <ac:spMk id="28" creationId="{A56C4A17-A852-3985-547D-F5DE14C6F462}"/>
          </ac:spMkLst>
        </pc:spChg>
        <pc:spChg chg="del">
          <ac:chgData name="Sofia Osorio" userId="265b7080-5772-4045-aded-a4bff660a8c0" providerId="ADAL" clId="{7AA25ED0-0EC0-4D59-94B6-3D2F71FC1931}" dt="2026-04-28T14:56:31.046" v="2886" actId="478"/>
          <ac:spMkLst>
            <pc:docMk/>
            <pc:sldMk cId="2363806990" sldId="266"/>
            <ac:spMk id="29" creationId="{8A256034-67F5-689B-DBC3-957F5D104EBC}"/>
          </ac:spMkLst>
        </pc:spChg>
        <pc:spChg chg="del">
          <ac:chgData name="Sofia Osorio" userId="265b7080-5772-4045-aded-a4bff660a8c0" providerId="ADAL" clId="{7AA25ED0-0EC0-4D59-94B6-3D2F71FC1931}" dt="2026-04-28T14:56:31.046" v="2886" actId="478"/>
          <ac:spMkLst>
            <pc:docMk/>
            <pc:sldMk cId="2363806990" sldId="266"/>
            <ac:spMk id="30" creationId="{AFA9B4A4-E865-B934-6575-A123CC38E0CA}"/>
          </ac:spMkLst>
        </pc:spChg>
        <pc:spChg chg="add mod">
          <ac:chgData name="Sofia Osorio" userId="265b7080-5772-4045-aded-a4bff660a8c0" providerId="ADAL" clId="{7AA25ED0-0EC0-4D59-94B6-3D2F71FC1931}" dt="2026-04-28T14:55:46.027" v="2824" actId="1076"/>
          <ac:spMkLst>
            <pc:docMk/>
            <pc:sldMk cId="2363806990" sldId="266"/>
            <ac:spMk id="32" creationId="{8F478941-9FDA-8487-4507-006C0D841371}"/>
          </ac:spMkLst>
        </pc:spChg>
        <pc:spChg chg="add mod">
          <ac:chgData name="Sofia Osorio" userId="265b7080-5772-4045-aded-a4bff660a8c0" providerId="ADAL" clId="{7AA25ED0-0EC0-4D59-94B6-3D2F71FC1931}" dt="2026-04-28T14:56:09.265" v="2861" actId="20577"/>
          <ac:spMkLst>
            <pc:docMk/>
            <pc:sldMk cId="2363806990" sldId="266"/>
            <ac:spMk id="33" creationId="{7301543E-E7F3-D6A5-FF54-763D3BB87F1F}"/>
          </ac:spMkLst>
        </pc:spChg>
        <pc:spChg chg="mod">
          <ac:chgData name="Sofia Osorio" userId="265b7080-5772-4045-aded-a4bff660a8c0" providerId="ADAL" clId="{7AA25ED0-0EC0-4D59-94B6-3D2F71FC1931}" dt="2026-04-28T14:58:59.118" v="3081" actId="1038"/>
          <ac:spMkLst>
            <pc:docMk/>
            <pc:sldMk cId="2363806990" sldId="266"/>
            <ac:spMk id="34" creationId="{C67D045F-C8A4-D57E-6688-C714C4A6CFD6}"/>
          </ac:spMkLst>
        </pc:spChg>
        <pc:spChg chg="add mod">
          <ac:chgData name="Sofia Osorio" userId="265b7080-5772-4045-aded-a4bff660a8c0" providerId="ADAL" clId="{7AA25ED0-0EC0-4D59-94B6-3D2F71FC1931}" dt="2026-04-28T14:56:37.707" v="2892" actId="20577"/>
          <ac:spMkLst>
            <pc:docMk/>
            <pc:sldMk cId="2363806990" sldId="266"/>
            <ac:spMk id="35" creationId="{A323317F-D81D-62E9-A09E-C04480E429A9}"/>
          </ac:spMkLst>
        </pc:spChg>
        <pc:spChg chg="del">
          <ac:chgData name="Sofia Osorio" userId="265b7080-5772-4045-aded-a4bff660a8c0" providerId="ADAL" clId="{7AA25ED0-0EC0-4D59-94B6-3D2F71FC1931}" dt="2026-04-28T14:56:35.907" v="2890" actId="478"/>
          <ac:spMkLst>
            <pc:docMk/>
            <pc:sldMk cId="2363806990" sldId="266"/>
            <ac:spMk id="36" creationId="{15AF596D-EBBF-7FB4-D32D-8AA21BA419DE}"/>
          </ac:spMkLst>
        </pc:spChg>
        <pc:spChg chg="add mod">
          <ac:chgData name="Sofia Osorio" userId="265b7080-5772-4045-aded-a4bff660a8c0" providerId="ADAL" clId="{7AA25ED0-0EC0-4D59-94B6-3D2F71FC1931}" dt="2026-04-28T14:58:59.118" v="3081" actId="1038"/>
          <ac:spMkLst>
            <pc:docMk/>
            <pc:sldMk cId="2363806990" sldId="266"/>
            <ac:spMk id="37" creationId="{7775CB9B-56F8-07FC-3380-D1676F52C1DA}"/>
          </ac:spMkLst>
        </pc:spChg>
        <pc:spChg chg="del">
          <ac:chgData name="Sofia Osorio" userId="265b7080-5772-4045-aded-a4bff660a8c0" providerId="ADAL" clId="{7AA25ED0-0EC0-4D59-94B6-3D2F71FC1931}" dt="2026-04-28T14:56:50.085" v="2897" actId="478"/>
          <ac:spMkLst>
            <pc:docMk/>
            <pc:sldMk cId="2363806990" sldId="266"/>
            <ac:spMk id="38" creationId="{0E1A3477-C32B-E926-8E21-7B45F8C22CDC}"/>
          </ac:spMkLst>
        </pc:spChg>
        <pc:spChg chg="del">
          <ac:chgData name="Sofia Osorio" userId="265b7080-5772-4045-aded-a4bff660a8c0" providerId="ADAL" clId="{7AA25ED0-0EC0-4D59-94B6-3D2F71FC1931}" dt="2026-04-28T14:56:34.518" v="2889" actId="478"/>
          <ac:spMkLst>
            <pc:docMk/>
            <pc:sldMk cId="2363806990" sldId="266"/>
            <ac:spMk id="39" creationId="{3E9E02D2-9CE1-1B2A-3FD6-7A9EB4C0C580}"/>
          </ac:spMkLst>
        </pc:spChg>
        <pc:spChg chg="del">
          <ac:chgData name="Sofia Osorio" userId="265b7080-5772-4045-aded-a4bff660a8c0" providerId="ADAL" clId="{7AA25ED0-0EC0-4D59-94B6-3D2F71FC1931}" dt="2026-04-28T14:56:50.085" v="2897" actId="478"/>
          <ac:spMkLst>
            <pc:docMk/>
            <pc:sldMk cId="2363806990" sldId="266"/>
            <ac:spMk id="40" creationId="{78EF5900-5E67-B531-8DD4-3EEF9A2226DD}"/>
          </ac:spMkLst>
        </pc:spChg>
        <pc:spChg chg="del mod">
          <ac:chgData name="Sofia Osorio" userId="265b7080-5772-4045-aded-a4bff660a8c0" providerId="ADAL" clId="{7AA25ED0-0EC0-4D59-94B6-3D2F71FC1931}" dt="2026-04-28T14:56:33.196" v="2888" actId="478"/>
          <ac:spMkLst>
            <pc:docMk/>
            <pc:sldMk cId="2363806990" sldId="266"/>
            <ac:spMk id="41" creationId="{C139357A-E439-AB58-F557-9B8823FC915E}"/>
          </ac:spMkLst>
        </pc:spChg>
        <pc:spChg chg="del">
          <ac:chgData name="Sofia Osorio" userId="265b7080-5772-4045-aded-a4bff660a8c0" providerId="ADAL" clId="{7AA25ED0-0EC0-4D59-94B6-3D2F71FC1931}" dt="2026-04-28T14:56:31.046" v="2886" actId="478"/>
          <ac:spMkLst>
            <pc:docMk/>
            <pc:sldMk cId="2363806990" sldId="266"/>
            <ac:spMk id="42" creationId="{65081561-0C69-0CEC-306E-52ABA4F71448}"/>
          </ac:spMkLst>
        </pc:spChg>
        <pc:spChg chg="del">
          <ac:chgData name="Sofia Osorio" userId="265b7080-5772-4045-aded-a4bff660a8c0" providerId="ADAL" clId="{7AA25ED0-0EC0-4D59-94B6-3D2F71FC1931}" dt="2026-04-28T14:56:31.046" v="2886" actId="478"/>
          <ac:spMkLst>
            <pc:docMk/>
            <pc:sldMk cId="2363806990" sldId="266"/>
            <ac:spMk id="43" creationId="{BD2B44EC-5B43-2588-0873-CF13F53834A9}"/>
          </ac:spMkLst>
        </pc:spChg>
        <pc:spChg chg="add mod">
          <ac:chgData name="Sofia Osorio" userId="265b7080-5772-4045-aded-a4bff660a8c0" providerId="ADAL" clId="{7AA25ED0-0EC0-4D59-94B6-3D2F71FC1931}" dt="2026-04-28T14:58:59.118" v="3081" actId="1038"/>
          <ac:spMkLst>
            <pc:docMk/>
            <pc:sldMk cId="2363806990" sldId="266"/>
            <ac:spMk id="44" creationId="{C4E2E2B0-E48F-F4A1-8096-565EDBA8DC7A}"/>
          </ac:spMkLst>
        </pc:spChg>
        <pc:spChg chg="add mod">
          <ac:chgData name="Sofia Osorio" userId="265b7080-5772-4045-aded-a4bff660a8c0" providerId="ADAL" clId="{7AA25ED0-0EC0-4D59-94B6-3D2F71FC1931}" dt="2026-04-28T14:58:59.118" v="3081" actId="1038"/>
          <ac:spMkLst>
            <pc:docMk/>
            <pc:sldMk cId="2363806990" sldId="266"/>
            <ac:spMk id="45" creationId="{17B6B88E-CE8A-00A0-2D17-FE83221B7197}"/>
          </ac:spMkLst>
        </pc:spChg>
        <pc:spChg chg="del">
          <ac:chgData name="Sofia Osorio" userId="265b7080-5772-4045-aded-a4bff660a8c0" providerId="ADAL" clId="{7AA25ED0-0EC0-4D59-94B6-3D2F71FC1931}" dt="2026-04-28T14:56:31.046" v="2886" actId="478"/>
          <ac:spMkLst>
            <pc:docMk/>
            <pc:sldMk cId="2363806990" sldId="266"/>
            <ac:spMk id="46" creationId="{35F1B579-ED13-5108-441C-1E386CB99270}"/>
          </ac:spMkLst>
        </pc:spChg>
        <pc:spChg chg="del">
          <ac:chgData name="Sofia Osorio" userId="265b7080-5772-4045-aded-a4bff660a8c0" providerId="ADAL" clId="{7AA25ED0-0EC0-4D59-94B6-3D2F71FC1931}" dt="2026-04-28T14:56:31.046" v="2886" actId="478"/>
          <ac:spMkLst>
            <pc:docMk/>
            <pc:sldMk cId="2363806990" sldId="266"/>
            <ac:spMk id="47" creationId="{43CFF060-5033-1551-2BD3-6BB3BB8B366E}"/>
          </ac:spMkLst>
        </pc:spChg>
        <pc:spChg chg="del">
          <ac:chgData name="Sofia Osorio" userId="265b7080-5772-4045-aded-a4bff660a8c0" providerId="ADAL" clId="{7AA25ED0-0EC0-4D59-94B6-3D2F71FC1931}" dt="2026-04-28T14:56:31.046" v="2886" actId="478"/>
          <ac:spMkLst>
            <pc:docMk/>
            <pc:sldMk cId="2363806990" sldId="266"/>
            <ac:spMk id="48" creationId="{E7A39AC2-80A2-A19A-3D8B-C60495E486C8}"/>
          </ac:spMkLst>
        </pc:spChg>
        <pc:spChg chg="del">
          <ac:chgData name="Sofia Osorio" userId="265b7080-5772-4045-aded-a4bff660a8c0" providerId="ADAL" clId="{7AA25ED0-0EC0-4D59-94B6-3D2F71FC1931}" dt="2026-04-28T14:56:31.046" v="2886" actId="478"/>
          <ac:spMkLst>
            <pc:docMk/>
            <pc:sldMk cId="2363806990" sldId="266"/>
            <ac:spMk id="49" creationId="{49E31EA2-CA9F-43A3-2E2E-D22322FA3029}"/>
          </ac:spMkLst>
        </pc:spChg>
        <pc:spChg chg="add del mod">
          <ac:chgData name="Sofia Osorio" userId="265b7080-5772-4045-aded-a4bff660a8c0" providerId="ADAL" clId="{7AA25ED0-0EC0-4D59-94B6-3D2F71FC1931}" dt="2026-04-28T14:57:58.157" v="2946" actId="478"/>
          <ac:spMkLst>
            <pc:docMk/>
            <pc:sldMk cId="2363806990" sldId="266"/>
            <ac:spMk id="50" creationId="{2F24BC8E-0947-B5FE-D117-7EAF3A871C20}"/>
          </ac:spMkLst>
        </pc:spChg>
        <pc:spChg chg="add mod">
          <ac:chgData name="Sofia Osorio" userId="265b7080-5772-4045-aded-a4bff660a8c0" providerId="ADAL" clId="{7AA25ED0-0EC0-4D59-94B6-3D2F71FC1931}" dt="2026-04-28T14:58:59.118" v="3081" actId="1038"/>
          <ac:spMkLst>
            <pc:docMk/>
            <pc:sldMk cId="2363806990" sldId="266"/>
            <ac:spMk id="51" creationId="{BA9B6A49-E6E7-A224-03BA-6AAAA8858785}"/>
          </ac:spMkLst>
        </pc:spChg>
        <pc:spChg chg="add mod">
          <ac:chgData name="Sofia Osorio" userId="265b7080-5772-4045-aded-a4bff660a8c0" providerId="ADAL" clId="{7AA25ED0-0EC0-4D59-94B6-3D2F71FC1931}" dt="2026-04-28T14:58:59.118" v="3081" actId="1038"/>
          <ac:spMkLst>
            <pc:docMk/>
            <pc:sldMk cId="2363806990" sldId="266"/>
            <ac:spMk id="53" creationId="{719BE678-8E01-E8C7-EE02-49CD7AA5E41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9981F-503C-BAAA-926B-317AF4DC4C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CEF005-5758-5D0D-0C48-CCE03D6DB6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C9F860-559E-D087-F958-75DA5C5F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8B98-7A93-4FDC-A640-BC76747ADD39}" type="datetimeFigureOut">
              <a:rPr lang="es-CL" smtClean="0"/>
              <a:t>27-04-2026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2C8828-EA90-ADC3-ABB2-DF3127858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B9AD83-2933-7931-C490-3DD60085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EE90F-2A51-4C84-A7E2-4AAFEA76C7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7002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2E68E-AC69-9705-08F9-AD8CD4AF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F23E7D-40E6-751E-13DA-4453740E5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8845CC-E338-7B37-BE8B-9B988F12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8B98-7A93-4FDC-A640-BC76747ADD39}" type="datetimeFigureOut">
              <a:rPr lang="es-CL" smtClean="0"/>
              <a:t>27-04-2026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70A207-B2C5-D2E0-0ECE-DF196B25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6C2687-D9A1-ED54-2568-736176284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EE90F-2A51-4C84-A7E2-4AAFEA76C7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3491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19322-28B2-7373-1995-4B7BAB2CB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48F1A4-0360-C59A-9D71-4CD188A4F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C495CE-1FFE-3B05-EE77-4E0F9458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8B98-7A93-4FDC-A640-BC76747ADD39}" type="datetimeFigureOut">
              <a:rPr lang="es-CL" smtClean="0"/>
              <a:t>27-04-2026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062DE4-FADE-1DDF-F4C5-F79AC5E5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B45A90-500C-28BE-C823-C2A502B5C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EE90F-2A51-4C84-A7E2-4AAFEA76C7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7452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06FDD-46FC-33C5-39C8-BB783836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66B736-E964-BA43-44D1-12EDF69D3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F30B9C-8371-65DF-46E4-E7717114E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B0F391-550A-1D1B-CC8A-57F8C5871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8B98-7A93-4FDC-A640-BC76747ADD39}" type="datetimeFigureOut">
              <a:rPr lang="es-CL" smtClean="0"/>
              <a:t>27-04-2026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02902B-CEE4-3948-EBD8-88417FF3E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031580-A797-408B-AC12-764F1AACA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EE90F-2A51-4C84-A7E2-4AAFEA76C7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178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DDCA2-753B-1CA1-D2E2-77CC7D1D9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096447-BFE1-EECA-F854-3E37DEB25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343A9B-DEF2-682A-95DA-9E4A9B3D7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DCEAB1E-5870-AAFA-741E-C28CF891A8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146405-35AD-D01A-0500-A9CC322CA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27944F-B212-E296-B880-25DCC3D5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8B98-7A93-4FDC-A640-BC76747ADD39}" type="datetimeFigureOut">
              <a:rPr lang="es-CL" smtClean="0"/>
              <a:t>27-04-2026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544C126-57C0-E99E-EDFB-961A861C4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E655ACE-92B8-CFC4-BCB8-710476E66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EE90F-2A51-4C84-A7E2-4AAFEA76C7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0854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34EFB-25A4-C47F-960C-326119903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732770-3670-02D9-20B9-DB6CF13DC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8B98-7A93-4FDC-A640-BC76747ADD39}" type="datetimeFigureOut">
              <a:rPr lang="es-CL" smtClean="0"/>
              <a:t>27-04-2026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7BE519-9954-8DF7-E2EE-74A0D259F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D4C149-1287-045E-DB14-2E620D80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EE90F-2A51-4C84-A7E2-4AAFEA76C7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1975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D48F1B4-9F74-8B49-E7F5-E5F5F9C8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8B98-7A93-4FDC-A640-BC76747ADD39}" type="datetimeFigureOut">
              <a:rPr lang="es-CL" smtClean="0"/>
              <a:t>27-04-2026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76C3EC-39DF-E7C1-017D-6C08190AE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64B501-F5AF-BF6D-76C6-61C21954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EE90F-2A51-4C84-A7E2-4AAFEA76C7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601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B8D2F-87E3-2AEF-7A43-19B6FCEB1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D3420C-BA0F-9258-28B8-4303A00D1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C7D4B02-06FF-9B58-438D-ED7E27D54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D1698E-0941-0A0B-38BF-3EDBC2F10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8B98-7A93-4FDC-A640-BC76747ADD39}" type="datetimeFigureOut">
              <a:rPr lang="es-CL" smtClean="0"/>
              <a:t>27-04-2026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8CB16B-7509-4EC1-F405-EAF7BC762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423CA7-C56F-0589-D266-3B0C2CD6B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EE90F-2A51-4C84-A7E2-4AAFEA76C7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900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7D7C0-B263-76AA-8659-A57923E7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4744C49-7EE7-3AF1-54C3-63F28919B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81241D-0D0E-E1F5-97F2-E84241273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4B0758-6983-AC01-987F-5115A44B2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8B98-7A93-4FDC-A640-BC76747ADD39}" type="datetimeFigureOut">
              <a:rPr lang="es-CL" smtClean="0"/>
              <a:t>27-04-2026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063DC7-59FA-7A61-C49F-B7C8994D2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4BDE1C-5F08-2AEA-7E16-61E2E5FDE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EE90F-2A51-4C84-A7E2-4AAFEA76C7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9858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5868C-7DD4-1516-B239-7B230FF8B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5476A8-E7CF-B4EB-A4C7-0EDF1FBB4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D95C9F-CD45-1C7F-D12B-3F5B2D456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8B98-7A93-4FDC-A640-BC76747ADD39}" type="datetimeFigureOut">
              <a:rPr lang="es-CL" smtClean="0"/>
              <a:t>27-04-2026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A3DC47-5E0B-FED2-4216-365AA070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E14F1D-783A-9E5C-D0FB-179FE5B44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EE90F-2A51-4C84-A7E2-4AAFEA76C7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636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28BE3C-B6B7-2F27-7FEA-58C3F944B2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43A70B-FF6D-B28A-C18C-D13A41609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26D492-2166-1D85-BB23-81DFB75F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78B98-7A93-4FDC-A640-BC76747ADD39}" type="datetimeFigureOut">
              <a:rPr lang="es-CL" smtClean="0"/>
              <a:t>27-04-2026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305878-C5C4-D52E-B9A3-C978F911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399CBC-D3FA-5431-2ADE-DB8F0D4B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EE90F-2A51-4C84-A7E2-4AAFEA76C7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610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D6D9FD-755D-CBFB-5DFD-0456193AC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554321-9F01-2F12-F201-CE9490DA8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F7E565-783C-D8B2-2193-71ABEC83FA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78B98-7A93-4FDC-A640-BC76747ADD39}" type="datetimeFigureOut">
              <a:rPr lang="es-CL" smtClean="0"/>
              <a:t>27-04-2026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80CD38-B724-D179-40F1-7309A89C0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FBB739-9080-6CD0-A1D9-8C9B73662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EE90F-2A51-4C84-A7E2-4AAFEA76C75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9137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sofiaosoriou@gmail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sofiaosoriou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BAF9240-B6B2-0D88-FED3-CC160D892744}"/>
              </a:ext>
            </a:extLst>
          </p:cNvPr>
          <p:cNvSpPr/>
          <p:nvPr/>
        </p:nvSpPr>
        <p:spPr>
          <a:xfrm>
            <a:off x="1776485" y="811622"/>
            <a:ext cx="8639029" cy="52347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MENSAJE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2E7F78-B12D-342D-9911-189CF69D5A62}"/>
              </a:ext>
            </a:extLst>
          </p:cNvPr>
          <p:cNvSpPr/>
          <p:nvPr/>
        </p:nvSpPr>
        <p:spPr>
          <a:xfrm>
            <a:off x="1776485" y="811623"/>
            <a:ext cx="8639029" cy="7349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es-CL" sz="1400" dirty="0"/>
              <a:t>HOME      TIENDA     NOSOTROS                                           REGISTRARSE     INICIAR SESIÓN     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FFFD51C-36E6-D545-A5C3-C8FB7D74943D}"/>
              </a:ext>
            </a:extLst>
          </p:cNvPr>
          <p:cNvSpPr txBox="1"/>
          <p:nvPr/>
        </p:nvSpPr>
        <p:spPr>
          <a:xfrm>
            <a:off x="2088445" y="992582"/>
            <a:ext cx="1022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err="1"/>
              <a:t>MKTCafé</a:t>
            </a:r>
            <a:endParaRPr lang="es-CL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E0E1781-6230-DA30-5EA0-B74909394631}"/>
              </a:ext>
            </a:extLst>
          </p:cNvPr>
          <p:cNvSpPr/>
          <p:nvPr/>
        </p:nvSpPr>
        <p:spPr>
          <a:xfrm>
            <a:off x="5034843" y="4549421"/>
            <a:ext cx="2122311" cy="47531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EXPLORAR CAFÉS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9848C6E-E399-86EA-B62D-71085019C931}"/>
              </a:ext>
            </a:extLst>
          </p:cNvPr>
          <p:cNvSpPr txBox="1"/>
          <p:nvPr/>
        </p:nvSpPr>
        <p:spPr>
          <a:xfrm>
            <a:off x="428977" y="257624"/>
            <a:ext cx="1976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Página Principal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745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03DDF69-B824-50FF-FE45-F6726C1784CD}"/>
              </a:ext>
            </a:extLst>
          </p:cNvPr>
          <p:cNvSpPr/>
          <p:nvPr/>
        </p:nvSpPr>
        <p:spPr>
          <a:xfrm>
            <a:off x="1776485" y="811622"/>
            <a:ext cx="8639029" cy="52347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F73A770-A64F-BD02-E906-4249F73FBF7F}"/>
              </a:ext>
            </a:extLst>
          </p:cNvPr>
          <p:cNvSpPr/>
          <p:nvPr/>
        </p:nvSpPr>
        <p:spPr>
          <a:xfrm>
            <a:off x="2028971" y="914400"/>
            <a:ext cx="2352219" cy="513197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/>
              <a:t>PUBLICACIONES DESTACADAS</a:t>
            </a:r>
          </a:p>
          <a:p>
            <a:r>
              <a:rPr lang="es-CL" dirty="0"/>
              <a:t>____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53AB906-2630-1522-8F2F-C5189A71AC6C}"/>
              </a:ext>
            </a:extLst>
          </p:cNvPr>
          <p:cNvSpPr/>
          <p:nvPr/>
        </p:nvSpPr>
        <p:spPr>
          <a:xfrm>
            <a:off x="2028971" y="3962142"/>
            <a:ext cx="2122311" cy="47531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VER TODOS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D325956-C307-7784-3A1E-8B4C985ADBAF}"/>
              </a:ext>
            </a:extLst>
          </p:cNvPr>
          <p:cNvSpPr/>
          <p:nvPr/>
        </p:nvSpPr>
        <p:spPr>
          <a:xfrm>
            <a:off x="4873221" y="1665105"/>
            <a:ext cx="1550158" cy="16651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047F654-95D7-030A-B10C-F40DB76D938E}"/>
              </a:ext>
            </a:extLst>
          </p:cNvPr>
          <p:cNvSpPr/>
          <p:nvPr/>
        </p:nvSpPr>
        <p:spPr>
          <a:xfrm>
            <a:off x="6684811" y="1665105"/>
            <a:ext cx="1550158" cy="16651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39F7156-A224-0752-45AF-301E5DC2F945}"/>
              </a:ext>
            </a:extLst>
          </p:cNvPr>
          <p:cNvSpPr/>
          <p:nvPr/>
        </p:nvSpPr>
        <p:spPr>
          <a:xfrm>
            <a:off x="8496401" y="1665105"/>
            <a:ext cx="1550158" cy="16651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E781595-EE8B-8250-C25F-10A1EBA65A1A}"/>
              </a:ext>
            </a:extLst>
          </p:cNvPr>
          <p:cNvSpPr txBox="1"/>
          <p:nvPr/>
        </p:nvSpPr>
        <p:spPr>
          <a:xfrm>
            <a:off x="4847062" y="3485311"/>
            <a:ext cx="16666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200" dirty="0"/>
              <a:t>Grano Entero · Tueste Medio</a:t>
            </a:r>
          </a:p>
          <a:p>
            <a:pPr algn="l"/>
            <a:r>
              <a:rPr lang="es-MX" sz="1200" dirty="0"/>
              <a:t>Tierra de los Incas</a:t>
            </a:r>
          </a:p>
          <a:p>
            <a:pPr algn="l"/>
            <a:r>
              <a:rPr lang="es-MX" sz="1200" dirty="0"/>
              <a:t>$9.990</a:t>
            </a:r>
          </a:p>
          <a:p>
            <a:pPr algn="l"/>
            <a:r>
              <a:rPr lang="es-MX" sz="1200" dirty="0"/>
              <a:t>Origen: Perú (Cuenca Central)</a:t>
            </a:r>
          </a:p>
          <a:p>
            <a:endParaRPr lang="es-CL" sz="12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51F4645-26DA-35F5-AB3C-CEDC302CA9BA}"/>
              </a:ext>
            </a:extLst>
          </p:cNvPr>
          <p:cNvSpPr txBox="1"/>
          <p:nvPr/>
        </p:nvSpPr>
        <p:spPr>
          <a:xfrm>
            <a:off x="6626576" y="3485310"/>
            <a:ext cx="16666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200" dirty="0"/>
              <a:t>Grano Entero · Tueste Medio</a:t>
            </a:r>
          </a:p>
          <a:p>
            <a:pPr algn="l"/>
            <a:r>
              <a:rPr lang="es-MX" sz="1200" dirty="0"/>
              <a:t>Tierra de los Incas</a:t>
            </a:r>
          </a:p>
          <a:p>
            <a:pPr algn="l"/>
            <a:r>
              <a:rPr lang="es-MX" sz="1200" dirty="0"/>
              <a:t>$9.990</a:t>
            </a:r>
          </a:p>
          <a:p>
            <a:pPr algn="l"/>
            <a:r>
              <a:rPr lang="es-MX" sz="1200" dirty="0"/>
              <a:t>Origen: Perú (Cuenca Central)</a:t>
            </a:r>
          </a:p>
          <a:p>
            <a:endParaRPr lang="es-CL" sz="12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DFA8127-C917-1E14-437A-0C3D4EAE49C6}"/>
              </a:ext>
            </a:extLst>
          </p:cNvPr>
          <p:cNvSpPr txBox="1"/>
          <p:nvPr/>
        </p:nvSpPr>
        <p:spPr>
          <a:xfrm>
            <a:off x="8496401" y="3485309"/>
            <a:ext cx="16666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200" dirty="0"/>
              <a:t>Grano Entero · Tueste Medio</a:t>
            </a:r>
          </a:p>
          <a:p>
            <a:pPr algn="l"/>
            <a:r>
              <a:rPr lang="es-MX" sz="1200" dirty="0"/>
              <a:t>Tierra de los Incas</a:t>
            </a:r>
          </a:p>
          <a:p>
            <a:pPr algn="l"/>
            <a:r>
              <a:rPr lang="es-MX" sz="1200" dirty="0"/>
              <a:t>$9.990</a:t>
            </a:r>
          </a:p>
          <a:p>
            <a:pPr algn="l"/>
            <a:r>
              <a:rPr lang="es-MX" sz="1200" dirty="0"/>
              <a:t>Origen: Perú (Cuenca Central)</a:t>
            </a:r>
          </a:p>
          <a:p>
            <a:endParaRPr lang="es-CL" sz="12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1B5FC02-559D-10BF-6C35-0B55A1E006E6}"/>
              </a:ext>
            </a:extLst>
          </p:cNvPr>
          <p:cNvSpPr/>
          <p:nvPr/>
        </p:nvSpPr>
        <p:spPr>
          <a:xfrm>
            <a:off x="1776485" y="5463821"/>
            <a:ext cx="8639029" cy="5825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>
                <a:solidFill>
                  <a:schemeClr val="bg1">
                    <a:lumMod val="95000"/>
                  </a:schemeClr>
                </a:solidFill>
              </a:rPr>
              <a:t>MKTCafé</a:t>
            </a:r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                                                                                                                               2026 – Marketplace de Café Artesanal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030CF05-FA02-F0DB-F4CF-037D620B3B49}"/>
              </a:ext>
            </a:extLst>
          </p:cNvPr>
          <p:cNvSpPr txBox="1"/>
          <p:nvPr/>
        </p:nvSpPr>
        <p:spPr>
          <a:xfrm>
            <a:off x="428977" y="257624"/>
            <a:ext cx="1976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Página Principal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49846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DB0298-71EB-4035-8ED9-8686AF7762B1}"/>
              </a:ext>
            </a:extLst>
          </p:cNvPr>
          <p:cNvSpPr/>
          <p:nvPr/>
        </p:nvSpPr>
        <p:spPr>
          <a:xfrm>
            <a:off x="1776485" y="811622"/>
            <a:ext cx="8639029" cy="52347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NUEVA CUENTA</a:t>
            </a:r>
          </a:p>
          <a:p>
            <a:pPr algn="ctr"/>
            <a:r>
              <a:rPr lang="es-CL" dirty="0"/>
              <a:t>FORMULARIO DE REGISTRO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8F9A5B2-456A-4EBD-5FB9-DF4484773C10}"/>
              </a:ext>
            </a:extLst>
          </p:cNvPr>
          <p:cNvSpPr/>
          <p:nvPr/>
        </p:nvSpPr>
        <p:spPr>
          <a:xfrm>
            <a:off x="1776485" y="811623"/>
            <a:ext cx="8639029" cy="7349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/>
              <a:t>MKTCafé</a:t>
            </a:r>
            <a:r>
              <a:rPr lang="es-CL" sz="1400" dirty="0"/>
              <a:t>                                                                            &lt;- VOLVER AL INICIO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1A09389-0004-DF13-2011-A2CD3784A18D}"/>
              </a:ext>
            </a:extLst>
          </p:cNvPr>
          <p:cNvSpPr/>
          <p:nvPr/>
        </p:nvSpPr>
        <p:spPr>
          <a:xfrm>
            <a:off x="1776485" y="1546580"/>
            <a:ext cx="3359958" cy="44997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/>
              <a:t>COMIENZA TU VIAJE CAFETERO</a:t>
            </a:r>
          </a:p>
          <a:p>
            <a:r>
              <a:rPr lang="es-CL" sz="1200" dirty="0"/>
              <a:t>Crea tu cuenta gratis y empieza a comprar o vender café artesanal</a:t>
            </a:r>
          </a:p>
          <a:p>
            <a:r>
              <a:rPr lang="es-CL" dirty="0"/>
              <a:t>____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5B688A1-D19E-1091-4F23-7B48823BA74A}"/>
              </a:ext>
            </a:extLst>
          </p:cNvPr>
          <p:cNvSpPr/>
          <p:nvPr/>
        </p:nvSpPr>
        <p:spPr>
          <a:xfrm>
            <a:off x="5136444" y="1546580"/>
            <a:ext cx="5279069" cy="449979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/>
              <a:t>NUEVA CUENTA</a:t>
            </a:r>
          </a:p>
          <a:p>
            <a:r>
              <a:rPr lang="es-CL" dirty="0"/>
              <a:t>REGISTRATE</a:t>
            </a:r>
          </a:p>
          <a:p>
            <a:endParaRPr lang="es-CL" dirty="0"/>
          </a:p>
          <a:p>
            <a:r>
              <a:rPr lang="es-CL" dirty="0"/>
              <a:t>FORMULARIO DE REGISTRO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1CBF38D-01A5-1DEF-ABE6-325555F56986}"/>
              </a:ext>
            </a:extLst>
          </p:cNvPr>
          <p:cNvSpPr/>
          <p:nvPr/>
        </p:nvSpPr>
        <p:spPr>
          <a:xfrm>
            <a:off x="6855934" y="5138970"/>
            <a:ext cx="1840087" cy="3449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CREAR CUENTA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335194B-708F-C3E1-47C7-6B985671CCC1}"/>
              </a:ext>
            </a:extLst>
          </p:cNvPr>
          <p:cNvSpPr txBox="1"/>
          <p:nvPr/>
        </p:nvSpPr>
        <p:spPr>
          <a:xfrm>
            <a:off x="428977" y="257624"/>
            <a:ext cx="18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Inicio de Sesión</a:t>
            </a:r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825F98-89DA-7CA7-5D9A-ED46461150ED}"/>
              </a:ext>
            </a:extLst>
          </p:cNvPr>
          <p:cNvSpPr txBox="1"/>
          <p:nvPr/>
        </p:nvSpPr>
        <p:spPr>
          <a:xfrm>
            <a:off x="428977" y="257624"/>
            <a:ext cx="2498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Registro de Usuarios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88979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DB0298-71EB-4035-8ED9-8686AF7762B1}"/>
              </a:ext>
            </a:extLst>
          </p:cNvPr>
          <p:cNvSpPr/>
          <p:nvPr/>
        </p:nvSpPr>
        <p:spPr>
          <a:xfrm>
            <a:off x="1776485" y="811622"/>
            <a:ext cx="8639029" cy="52347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NUEVA CUENTA</a:t>
            </a:r>
          </a:p>
          <a:p>
            <a:pPr algn="ctr"/>
            <a:r>
              <a:rPr lang="es-CL" dirty="0"/>
              <a:t>FORMULARIO DE REGISTRO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8F9A5B2-456A-4EBD-5FB9-DF4484773C10}"/>
              </a:ext>
            </a:extLst>
          </p:cNvPr>
          <p:cNvSpPr/>
          <p:nvPr/>
        </p:nvSpPr>
        <p:spPr>
          <a:xfrm>
            <a:off x="1776485" y="811623"/>
            <a:ext cx="8639029" cy="7349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/>
              <a:t>MKTCafé</a:t>
            </a:r>
            <a:r>
              <a:rPr lang="es-CL" sz="1400" dirty="0"/>
              <a:t>                                                                            &lt;- VOLVER AL INICIO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1A09389-0004-DF13-2011-A2CD3784A18D}"/>
              </a:ext>
            </a:extLst>
          </p:cNvPr>
          <p:cNvSpPr/>
          <p:nvPr/>
        </p:nvSpPr>
        <p:spPr>
          <a:xfrm>
            <a:off x="1776485" y="1546580"/>
            <a:ext cx="3359958" cy="449979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/>
              <a:t>TU CAFÉ TE ESPERA</a:t>
            </a:r>
          </a:p>
          <a:p>
            <a:r>
              <a:rPr lang="es-MX" sz="1200" dirty="0"/>
              <a:t>Ingresa a tu cuenta y continúa explorando el mejor café artesanal.</a:t>
            </a:r>
          </a:p>
          <a:p>
            <a:r>
              <a:rPr lang="es-CL" dirty="0"/>
              <a:t>____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5B688A1-D19E-1091-4F23-7B48823BA74A}"/>
              </a:ext>
            </a:extLst>
          </p:cNvPr>
          <p:cNvSpPr/>
          <p:nvPr/>
        </p:nvSpPr>
        <p:spPr>
          <a:xfrm>
            <a:off x="5136444" y="1546580"/>
            <a:ext cx="5279069" cy="449979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/>
              <a:t>TU CUENTA</a:t>
            </a:r>
          </a:p>
          <a:p>
            <a:r>
              <a:rPr lang="es-CL" dirty="0"/>
              <a:t>INICIAR SESIÓN</a:t>
            </a:r>
          </a:p>
          <a:p>
            <a:endParaRPr lang="es-CL" dirty="0"/>
          </a:p>
          <a:p>
            <a:r>
              <a:rPr lang="es-CL" dirty="0"/>
              <a:t>FORMULARIO DE LOGIN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1CBF38D-01A5-1DEF-ABE6-325555F56986}"/>
              </a:ext>
            </a:extLst>
          </p:cNvPr>
          <p:cNvSpPr/>
          <p:nvPr/>
        </p:nvSpPr>
        <p:spPr>
          <a:xfrm>
            <a:off x="6855934" y="5138970"/>
            <a:ext cx="1840087" cy="3449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CREAR CUENTA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51504F1-54EF-A759-3317-CD6B2EAFE5D4}"/>
              </a:ext>
            </a:extLst>
          </p:cNvPr>
          <p:cNvSpPr txBox="1"/>
          <p:nvPr/>
        </p:nvSpPr>
        <p:spPr>
          <a:xfrm>
            <a:off x="428977" y="257624"/>
            <a:ext cx="1857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Inicio de Sesión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20549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DB0298-71EB-4035-8ED9-8686AF7762B1}"/>
              </a:ext>
            </a:extLst>
          </p:cNvPr>
          <p:cNvSpPr/>
          <p:nvPr/>
        </p:nvSpPr>
        <p:spPr>
          <a:xfrm>
            <a:off x="1776485" y="811622"/>
            <a:ext cx="8639029" cy="52347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8F9A5B2-456A-4EBD-5FB9-DF4484773C10}"/>
              </a:ext>
            </a:extLst>
          </p:cNvPr>
          <p:cNvSpPr/>
          <p:nvPr/>
        </p:nvSpPr>
        <p:spPr>
          <a:xfrm>
            <a:off x="1776485" y="811623"/>
            <a:ext cx="8639029" cy="7349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/>
              <a:t>MKTCafé</a:t>
            </a:r>
            <a:r>
              <a:rPr lang="es-CL" sz="1400" dirty="0"/>
              <a:t>                                                                            &lt;- VOLVER AL INICIO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1A09389-0004-DF13-2011-A2CD3784A18D}"/>
              </a:ext>
            </a:extLst>
          </p:cNvPr>
          <p:cNvSpPr/>
          <p:nvPr/>
        </p:nvSpPr>
        <p:spPr>
          <a:xfrm>
            <a:off x="1776485" y="1546580"/>
            <a:ext cx="8639028" cy="167075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9E94A81-CE9F-1AC3-8EBA-6520015031E4}"/>
              </a:ext>
            </a:extLst>
          </p:cNvPr>
          <p:cNvSpPr/>
          <p:nvPr/>
        </p:nvSpPr>
        <p:spPr>
          <a:xfrm>
            <a:off x="2028420" y="1913470"/>
            <a:ext cx="974424" cy="9369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0BF370-D6D3-0E87-6BCD-8F65DE21381A}"/>
              </a:ext>
            </a:extLst>
          </p:cNvPr>
          <p:cNvSpPr txBox="1"/>
          <p:nvPr/>
        </p:nvSpPr>
        <p:spPr>
          <a:xfrm>
            <a:off x="3002844" y="1907232"/>
            <a:ext cx="25167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Sofía OSORIO</a:t>
            </a:r>
          </a:p>
          <a:p>
            <a:r>
              <a:rPr lang="es-CL" dirty="0">
                <a:solidFill>
                  <a:schemeClr val="bg1">
                    <a:lumMod val="9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sofiaosoriou@gmail.com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Santiago, Chile</a:t>
            </a:r>
          </a:p>
          <a:p>
            <a:endParaRPr lang="es-CL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86B36EF-4234-01A2-782E-8A5101DD6099}"/>
              </a:ext>
            </a:extLst>
          </p:cNvPr>
          <p:cNvSpPr txBox="1"/>
          <p:nvPr/>
        </p:nvSpPr>
        <p:spPr>
          <a:xfrm>
            <a:off x="6327086" y="2637935"/>
            <a:ext cx="4088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PUBLICACIONES     PEDIDOS     FAVORITOS</a:t>
            </a:r>
          </a:p>
          <a:p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F3B4E10-A1BE-593F-27F0-FD3623B2C485}"/>
              </a:ext>
            </a:extLst>
          </p:cNvPr>
          <p:cNvSpPr txBox="1"/>
          <p:nvPr/>
        </p:nvSpPr>
        <p:spPr>
          <a:xfrm>
            <a:off x="6327085" y="2343392"/>
            <a:ext cx="3603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            5                         8                     5</a:t>
            </a:r>
          </a:p>
          <a:p>
            <a:endParaRPr lang="es-CL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C1D6ABE-8745-E4DC-CF2F-2B2D50B070EC}"/>
              </a:ext>
            </a:extLst>
          </p:cNvPr>
          <p:cNvSpPr/>
          <p:nvPr/>
        </p:nvSpPr>
        <p:spPr>
          <a:xfrm>
            <a:off x="9247665" y="1006841"/>
            <a:ext cx="974424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SALIR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25AFE37-CE74-D8C0-91A7-EE9E9D42388B}"/>
              </a:ext>
            </a:extLst>
          </p:cNvPr>
          <p:cNvSpPr/>
          <p:nvPr/>
        </p:nvSpPr>
        <p:spPr>
          <a:xfrm>
            <a:off x="8228085" y="1012481"/>
            <a:ext cx="974424" cy="3449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PUBLICAR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4D8B0DF-4F38-2FD0-DFD3-4CCA82962728}"/>
              </a:ext>
            </a:extLst>
          </p:cNvPr>
          <p:cNvSpPr txBox="1"/>
          <p:nvPr/>
        </p:nvSpPr>
        <p:spPr>
          <a:xfrm>
            <a:off x="2028420" y="3221058"/>
            <a:ext cx="4376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u="sng" dirty="0"/>
              <a:t>MIS PUBLICACIONES</a:t>
            </a:r>
            <a:r>
              <a:rPr lang="es-CL" sz="1400" b="1" dirty="0"/>
              <a:t>       </a:t>
            </a:r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MIS PEDIDOS        MIS FAVORITOS</a:t>
            </a:r>
          </a:p>
          <a:p>
            <a:endParaRPr lang="es-CL" sz="14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3C62C9F-CF0A-344F-7EF5-4D3F0097ADE9}"/>
              </a:ext>
            </a:extLst>
          </p:cNvPr>
          <p:cNvSpPr/>
          <p:nvPr/>
        </p:nvSpPr>
        <p:spPr>
          <a:xfrm>
            <a:off x="2212761" y="3549466"/>
            <a:ext cx="1117461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4E4E7C9-7A6A-7A20-1BDF-3D2281037452}"/>
              </a:ext>
            </a:extLst>
          </p:cNvPr>
          <p:cNvSpPr/>
          <p:nvPr/>
        </p:nvSpPr>
        <p:spPr>
          <a:xfrm>
            <a:off x="4024351" y="3549466"/>
            <a:ext cx="1117461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4EB1662-73BF-34D9-5901-260D638707E2}"/>
              </a:ext>
            </a:extLst>
          </p:cNvPr>
          <p:cNvSpPr/>
          <p:nvPr/>
        </p:nvSpPr>
        <p:spPr>
          <a:xfrm>
            <a:off x="5835941" y="3549466"/>
            <a:ext cx="1117461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9351DE1-220F-E32C-6B7A-26DDDC8CA5D0}"/>
              </a:ext>
            </a:extLst>
          </p:cNvPr>
          <p:cNvSpPr txBox="1"/>
          <p:nvPr/>
        </p:nvSpPr>
        <p:spPr>
          <a:xfrm>
            <a:off x="2212761" y="4712922"/>
            <a:ext cx="12014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800" dirty="0"/>
              <a:t>Grano Entero · Tueste Medio</a:t>
            </a:r>
          </a:p>
          <a:p>
            <a:pPr algn="l"/>
            <a:r>
              <a:rPr lang="es-MX" sz="800" dirty="0"/>
              <a:t>Tierra de los Incas</a:t>
            </a:r>
          </a:p>
          <a:p>
            <a:pPr algn="l"/>
            <a:r>
              <a:rPr lang="es-MX" sz="800" dirty="0"/>
              <a:t>$9.990</a:t>
            </a:r>
          </a:p>
          <a:p>
            <a:pPr algn="l"/>
            <a:r>
              <a:rPr lang="es-MX" sz="800" dirty="0"/>
              <a:t>Origen: Perú (Cuenca Central)</a:t>
            </a:r>
          </a:p>
          <a:p>
            <a:endParaRPr lang="es-CL" sz="120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CFDD1EB-1782-E766-1317-09F61C5646F4}"/>
              </a:ext>
            </a:extLst>
          </p:cNvPr>
          <p:cNvSpPr txBox="1"/>
          <p:nvPr/>
        </p:nvSpPr>
        <p:spPr>
          <a:xfrm>
            <a:off x="3982370" y="4743699"/>
            <a:ext cx="1201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800" dirty="0"/>
              <a:t>Grano Entero · Tueste Medio</a:t>
            </a:r>
          </a:p>
          <a:p>
            <a:pPr algn="l"/>
            <a:r>
              <a:rPr lang="es-MX" sz="800" dirty="0"/>
              <a:t>Tierra de los Incas</a:t>
            </a:r>
          </a:p>
          <a:p>
            <a:pPr algn="l"/>
            <a:r>
              <a:rPr lang="es-MX" sz="800" dirty="0"/>
              <a:t>$9.990</a:t>
            </a:r>
          </a:p>
          <a:p>
            <a:pPr algn="l"/>
            <a:r>
              <a:rPr lang="es-MX" sz="800" dirty="0"/>
              <a:t>Origen: Perú (Cuenca Central)</a:t>
            </a:r>
          </a:p>
          <a:p>
            <a:endParaRPr lang="es-CL" sz="8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93A9A22-AFF2-ABB4-1672-F6E6F6F4F2B6}"/>
              </a:ext>
            </a:extLst>
          </p:cNvPr>
          <p:cNvSpPr txBox="1"/>
          <p:nvPr/>
        </p:nvSpPr>
        <p:spPr>
          <a:xfrm>
            <a:off x="5835941" y="4712922"/>
            <a:ext cx="12014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800" dirty="0"/>
              <a:t>Grano Entero · Tueste Medio</a:t>
            </a:r>
          </a:p>
          <a:p>
            <a:pPr algn="l"/>
            <a:r>
              <a:rPr lang="es-MX" sz="800" dirty="0"/>
              <a:t>Tierra de los Incas</a:t>
            </a:r>
          </a:p>
          <a:p>
            <a:pPr algn="l"/>
            <a:r>
              <a:rPr lang="es-MX" sz="800" dirty="0"/>
              <a:t>$9.990</a:t>
            </a:r>
          </a:p>
          <a:p>
            <a:pPr algn="l"/>
            <a:r>
              <a:rPr lang="es-MX" sz="800" dirty="0"/>
              <a:t>Origen: Perú (Cuenca Central)</a:t>
            </a:r>
          </a:p>
          <a:p>
            <a:endParaRPr lang="es-CL" sz="8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BF4EAE0-3A26-D7E4-96AE-C24E43B44074}"/>
              </a:ext>
            </a:extLst>
          </p:cNvPr>
          <p:cNvSpPr/>
          <p:nvPr/>
        </p:nvSpPr>
        <p:spPr>
          <a:xfrm>
            <a:off x="7483035" y="3518687"/>
            <a:ext cx="1117461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CC42BAF-73B7-47DF-FA12-79D5AB58E5A9}"/>
              </a:ext>
            </a:extLst>
          </p:cNvPr>
          <p:cNvSpPr txBox="1"/>
          <p:nvPr/>
        </p:nvSpPr>
        <p:spPr>
          <a:xfrm>
            <a:off x="7483035" y="4682143"/>
            <a:ext cx="12014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800" dirty="0"/>
              <a:t>Grano Entero · Tueste Medio</a:t>
            </a:r>
          </a:p>
          <a:p>
            <a:pPr algn="l"/>
            <a:r>
              <a:rPr lang="es-MX" sz="800" dirty="0"/>
              <a:t>Tierra de los Incas</a:t>
            </a:r>
          </a:p>
          <a:p>
            <a:pPr algn="l"/>
            <a:r>
              <a:rPr lang="es-MX" sz="800" dirty="0"/>
              <a:t>$9.990</a:t>
            </a:r>
          </a:p>
          <a:p>
            <a:pPr algn="l"/>
            <a:r>
              <a:rPr lang="es-MX" sz="800" dirty="0"/>
              <a:t>Origen: Perú (Cuenca Central)</a:t>
            </a:r>
          </a:p>
          <a:p>
            <a:endParaRPr lang="es-CL" sz="120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9F59A08-1C8B-7264-4278-D74143D91F70}"/>
              </a:ext>
            </a:extLst>
          </p:cNvPr>
          <p:cNvSpPr/>
          <p:nvPr/>
        </p:nvSpPr>
        <p:spPr>
          <a:xfrm>
            <a:off x="8939456" y="3526969"/>
            <a:ext cx="1117461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F6514489-4936-155E-59D9-16D096099061}"/>
              </a:ext>
            </a:extLst>
          </p:cNvPr>
          <p:cNvSpPr txBox="1"/>
          <p:nvPr/>
        </p:nvSpPr>
        <p:spPr>
          <a:xfrm>
            <a:off x="8939456" y="4690425"/>
            <a:ext cx="12014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800" dirty="0"/>
              <a:t>Grano Entero · Tueste Medio</a:t>
            </a:r>
          </a:p>
          <a:p>
            <a:pPr algn="l"/>
            <a:r>
              <a:rPr lang="es-MX" sz="800" dirty="0"/>
              <a:t>Tierra de los Incas</a:t>
            </a:r>
          </a:p>
          <a:p>
            <a:pPr algn="l"/>
            <a:r>
              <a:rPr lang="es-MX" sz="800" dirty="0"/>
              <a:t>$9.990</a:t>
            </a:r>
          </a:p>
          <a:p>
            <a:pPr algn="l"/>
            <a:r>
              <a:rPr lang="es-MX" sz="800" dirty="0"/>
              <a:t>Origen: Perú (Cuenca Central)</a:t>
            </a:r>
          </a:p>
          <a:p>
            <a:endParaRPr lang="es-CL" sz="1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DA60824-B8BE-8D2B-C5B5-C4472C4A23C7}"/>
              </a:ext>
            </a:extLst>
          </p:cNvPr>
          <p:cNvSpPr/>
          <p:nvPr/>
        </p:nvSpPr>
        <p:spPr>
          <a:xfrm>
            <a:off x="1776485" y="5485923"/>
            <a:ext cx="8639029" cy="5825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>
                <a:solidFill>
                  <a:schemeClr val="bg1">
                    <a:lumMod val="95000"/>
                  </a:schemeClr>
                </a:solidFill>
              </a:rPr>
              <a:t>MKTCafé</a:t>
            </a:r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                                                                                                                               2026 – Marketplace de Café Artesanal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E76B752-CCB7-0A7B-D2F2-7114F7E374F3}"/>
              </a:ext>
            </a:extLst>
          </p:cNvPr>
          <p:cNvSpPr txBox="1"/>
          <p:nvPr/>
        </p:nvSpPr>
        <p:spPr>
          <a:xfrm>
            <a:off x="428977" y="257624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Mi Perfil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35354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DB0298-71EB-4035-8ED9-8686AF7762B1}"/>
              </a:ext>
            </a:extLst>
          </p:cNvPr>
          <p:cNvSpPr/>
          <p:nvPr/>
        </p:nvSpPr>
        <p:spPr>
          <a:xfrm>
            <a:off x="1776485" y="811622"/>
            <a:ext cx="8639029" cy="52347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/>
              <a:t>PUBLICAR TU CAFÉ</a:t>
            </a:r>
          </a:p>
          <a:p>
            <a:r>
              <a:rPr lang="es-CL" dirty="0"/>
              <a:t>________</a:t>
            </a:r>
          </a:p>
          <a:p>
            <a:r>
              <a:rPr lang="es-CL" dirty="0"/>
              <a:t>FORMULARIO DE PRODUCTO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8F9A5B2-456A-4EBD-5FB9-DF4484773C10}"/>
              </a:ext>
            </a:extLst>
          </p:cNvPr>
          <p:cNvSpPr/>
          <p:nvPr/>
        </p:nvSpPr>
        <p:spPr>
          <a:xfrm>
            <a:off x="1776485" y="811623"/>
            <a:ext cx="8639029" cy="7349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/>
              <a:t>MKTCafé</a:t>
            </a:r>
            <a:r>
              <a:rPr lang="es-CL" sz="1400" dirty="0"/>
              <a:t>                                                          TIENDA       </a:t>
            </a:r>
            <a:r>
              <a:rPr lang="es-CL" sz="1400" u="sng" dirty="0"/>
              <a:t>PUBLICAR</a:t>
            </a:r>
            <a:r>
              <a:rPr lang="es-CL" sz="1400" dirty="0"/>
              <a:t>       MI PERFIL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1CBF38D-01A5-1DEF-ABE6-325555F56986}"/>
              </a:ext>
            </a:extLst>
          </p:cNvPr>
          <p:cNvSpPr/>
          <p:nvPr/>
        </p:nvSpPr>
        <p:spPr>
          <a:xfrm>
            <a:off x="6096000" y="5138970"/>
            <a:ext cx="2600021" cy="3449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PUBLICAR PRODUCTO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BFE692C-EEBB-330F-45C9-591A59AA4D61}"/>
              </a:ext>
            </a:extLst>
          </p:cNvPr>
          <p:cNvSpPr/>
          <p:nvPr/>
        </p:nvSpPr>
        <p:spPr>
          <a:xfrm>
            <a:off x="3160885" y="5138971"/>
            <a:ext cx="2393247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CANCELAR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D501369-8504-9F89-CE80-4250121E574F}"/>
              </a:ext>
            </a:extLst>
          </p:cNvPr>
          <p:cNvSpPr/>
          <p:nvPr/>
        </p:nvSpPr>
        <p:spPr>
          <a:xfrm>
            <a:off x="9247665" y="1006841"/>
            <a:ext cx="974424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SALIR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838FFD8-7D16-A9CA-BAA5-C7F2F1242AA8}"/>
              </a:ext>
            </a:extLst>
          </p:cNvPr>
          <p:cNvSpPr/>
          <p:nvPr/>
        </p:nvSpPr>
        <p:spPr>
          <a:xfrm>
            <a:off x="3160886" y="3815940"/>
            <a:ext cx="5535135" cy="111195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+</a:t>
            </a:r>
          </a:p>
          <a:p>
            <a:pPr algn="ctr"/>
            <a:r>
              <a:rPr lang="es-CL" sz="1400" dirty="0"/>
              <a:t>ARRASTRA IMÁGENES AQUÍ (MÁX. 3)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EA8844-1543-84D8-0BDB-07B8D27C03FF}"/>
              </a:ext>
            </a:extLst>
          </p:cNvPr>
          <p:cNvSpPr txBox="1"/>
          <p:nvPr/>
        </p:nvSpPr>
        <p:spPr>
          <a:xfrm>
            <a:off x="428977" y="257624"/>
            <a:ext cx="217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Crear Publicación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52736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DB0298-71EB-4035-8ED9-8686AF7762B1}"/>
              </a:ext>
            </a:extLst>
          </p:cNvPr>
          <p:cNvSpPr/>
          <p:nvPr/>
        </p:nvSpPr>
        <p:spPr>
          <a:xfrm>
            <a:off x="1776485" y="811622"/>
            <a:ext cx="8639029" cy="52347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2DE3F49-9103-8040-CC84-E0F94032E722}"/>
              </a:ext>
            </a:extLst>
          </p:cNvPr>
          <p:cNvSpPr/>
          <p:nvPr/>
        </p:nvSpPr>
        <p:spPr>
          <a:xfrm>
            <a:off x="1776484" y="1547758"/>
            <a:ext cx="8639028" cy="73495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8F9A5B2-456A-4EBD-5FB9-DF4484773C10}"/>
              </a:ext>
            </a:extLst>
          </p:cNvPr>
          <p:cNvSpPr/>
          <p:nvPr/>
        </p:nvSpPr>
        <p:spPr>
          <a:xfrm>
            <a:off x="1776485" y="811623"/>
            <a:ext cx="8639029" cy="7349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/>
              <a:t>MKTCafé</a:t>
            </a:r>
            <a:r>
              <a:rPr lang="es-CL" sz="1400" dirty="0"/>
              <a:t>                                                               </a:t>
            </a:r>
            <a:r>
              <a:rPr lang="es-CL" sz="1400" u="sng" dirty="0"/>
              <a:t>TIENDA</a:t>
            </a:r>
            <a:r>
              <a:rPr lang="es-CL" sz="1400" dirty="0"/>
              <a:t>         MI PERFIL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D501369-8504-9F89-CE80-4250121E574F}"/>
              </a:ext>
            </a:extLst>
          </p:cNvPr>
          <p:cNvSpPr/>
          <p:nvPr/>
        </p:nvSpPr>
        <p:spPr>
          <a:xfrm>
            <a:off x="9247665" y="994161"/>
            <a:ext cx="974424" cy="35757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SALIR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838FFD8-7D16-A9CA-BAA5-C7F2F1242AA8}"/>
              </a:ext>
            </a:extLst>
          </p:cNvPr>
          <p:cNvSpPr/>
          <p:nvPr/>
        </p:nvSpPr>
        <p:spPr>
          <a:xfrm>
            <a:off x="1952975" y="1719029"/>
            <a:ext cx="3601157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Buscar por nombre, tipo </a:t>
            </a:r>
            <a:r>
              <a:rPr lang="es-CL" sz="1400" dirty="0" err="1"/>
              <a:t>orgen</a:t>
            </a:r>
            <a:r>
              <a:rPr lang="es-CL" sz="1400" dirty="0"/>
              <a:t>…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EA8844-1543-84D8-0BDB-07B8D27C03FF}"/>
              </a:ext>
            </a:extLst>
          </p:cNvPr>
          <p:cNvSpPr txBox="1"/>
          <p:nvPr/>
        </p:nvSpPr>
        <p:spPr>
          <a:xfrm>
            <a:off x="428977" y="257624"/>
            <a:ext cx="2906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Galería de Publicaciones</a:t>
            </a:r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CA41F69-C444-291B-D743-F02064115D3B}"/>
              </a:ext>
            </a:extLst>
          </p:cNvPr>
          <p:cNvSpPr/>
          <p:nvPr/>
        </p:nvSpPr>
        <p:spPr>
          <a:xfrm>
            <a:off x="5640316" y="1719029"/>
            <a:ext cx="1347510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CATEGORIA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08D3C59-ED7F-BDDC-3D96-1EA34F44AB6E}"/>
              </a:ext>
            </a:extLst>
          </p:cNvPr>
          <p:cNvSpPr/>
          <p:nvPr/>
        </p:nvSpPr>
        <p:spPr>
          <a:xfrm>
            <a:off x="7164317" y="1719029"/>
            <a:ext cx="1347510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PRECIO 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A57DEA6-4927-79D9-249D-BCF0D43C64D1}"/>
              </a:ext>
            </a:extLst>
          </p:cNvPr>
          <p:cNvSpPr/>
          <p:nvPr/>
        </p:nvSpPr>
        <p:spPr>
          <a:xfrm>
            <a:off x="8688318" y="1719028"/>
            <a:ext cx="1347510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REGIÓN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1D4B435-4F1D-BE65-2CAB-14297F7916B3}"/>
              </a:ext>
            </a:extLst>
          </p:cNvPr>
          <p:cNvSpPr/>
          <p:nvPr/>
        </p:nvSpPr>
        <p:spPr>
          <a:xfrm>
            <a:off x="6634925" y="2431914"/>
            <a:ext cx="1347510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DESCAFEINADO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4DAD8A1-5034-851D-EF39-05A1FAFBF144}"/>
              </a:ext>
            </a:extLst>
          </p:cNvPr>
          <p:cNvSpPr/>
          <p:nvPr/>
        </p:nvSpPr>
        <p:spPr>
          <a:xfrm>
            <a:off x="3485369" y="2431914"/>
            <a:ext cx="1347510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EN GRANO 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74E7AFA-3E44-1126-0DCE-154D460B293A}"/>
              </a:ext>
            </a:extLst>
          </p:cNvPr>
          <p:cNvSpPr/>
          <p:nvPr/>
        </p:nvSpPr>
        <p:spPr>
          <a:xfrm>
            <a:off x="5074763" y="2431914"/>
            <a:ext cx="1347510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MOLIDO 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07CDE55-B4B3-7AC7-7082-87D141C7E9C9}"/>
              </a:ext>
            </a:extLst>
          </p:cNvPr>
          <p:cNvSpPr/>
          <p:nvPr/>
        </p:nvSpPr>
        <p:spPr>
          <a:xfrm>
            <a:off x="2034545" y="2425088"/>
            <a:ext cx="1208941" cy="3449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CATEGORÍA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E3D2B4C-F70E-25FC-0D18-48E5AC0B35FE}"/>
              </a:ext>
            </a:extLst>
          </p:cNvPr>
          <p:cNvSpPr/>
          <p:nvPr/>
        </p:nvSpPr>
        <p:spPr>
          <a:xfrm>
            <a:off x="8340041" y="2377364"/>
            <a:ext cx="1347510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ACCESORIOS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E461077-9CC6-237D-9DD3-0C31C4134AA6}"/>
              </a:ext>
            </a:extLst>
          </p:cNvPr>
          <p:cNvSpPr/>
          <p:nvPr/>
        </p:nvSpPr>
        <p:spPr>
          <a:xfrm>
            <a:off x="2048261" y="3027969"/>
            <a:ext cx="1008836" cy="10836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5E41218-2389-B863-12FA-994DC0722614}"/>
              </a:ext>
            </a:extLst>
          </p:cNvPr>
          <p:cNvSpPr txBox="1"/>
          <p:nvPr/>
        </p:nvSpPr>
        <p:spPr>
          <a:xfrm>
            <a:off x="2010362" y="4166113"/>
            <a:ext cx="108463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900" dirty="0"/>
              <a:t>Grano Entero · Tueste Medio</a:t>
            </a:r>
          </a:p>
          <a:p>
            <a:pPr algn="l"/>
            <a:r>
              <a:rPr lang="es-MX" sz="900" dirty="0"/>
              <a:t>Tierra de los Incas</a:t>
            </a:r>
          </a:p>
          <a:p>
            <a:pPr algn="l"/>
            <a:r>
              <a:rPr lang="es-MX" sz="900" dirty="0"/>
              <a:t>$9.990</a:t>
            </a:r>
          </a:p>
          <a:p>
            <a:pPr algn="l"/>
            <a:r>
              <a:rPr lang="es-MX" sz="900" dirty="0"/>
              <a:t>Origen: Perú (Cuenca Central)</a:t>
            </a:r>
          </a:p>
          <a:p>
            <a:endParaRPr lang="es-CL" sz="9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9119820-5C01-19C9-DD24-D74CCA86C3E6}"/>
              </a:ext>
            </a:extLst>
          </p:cNvPr>
          <p:cNvSpPr/>
          <p:nvPr/>
        </p:nvSpPr>
        <p:spPr>
          <a:xfrm>
            <a:off x="1776485" y="5485923"/>
            <a:ext cx="8639029" cy="5825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>
                <a:solidFill>
                  <a:schemeClr val="bg1">
                    <a:lumMod val="95000"/>
                  </a:schemeClr>
                </a:solidFill>
              </a:rPr>
              <a:t>MKTCafé</a:t>
            </a:r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                                                                                                                               2026 – Marketplace de Café Artesanal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AA45750-CE1F-8880-A08D-DC2C18025D1F}"/>
              </a:ext>
            </a:extLst>
          </p:cNvPr>
          <p:cNvSpPr/>
          <p:nvPr/>
        </p:nvSpPr>
        <p:spPr>
          <a:xfrm>
            <a:off x="3404671" y="3018850"/>
            <a:ext cx="1008836" cy="10836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53FB35E-AC9D-B237-A2FA-5AC51B1B8D55}"/>
              </a:ext>
            </a:extLst>
          </p:cNvPr>
          <p:cNvSpPr txBox="1"/>
          <p:nvPr/>
        </p:nvSpPr>
        <p:spPr>
          <a:xfrm>
            <a:off x="3366772" y="4156994"/>
            <a:ext cx="108463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900" dirty="0"/>
              <a:t>Grano Entero · Tueste Medio</a:t>
            </a:r>
          </a:p>
          <a:p>
            <a:pPr algn="l"/>
            <a:r>
              <a:rPr lang="es-MX" sz="900" dirty="0"/>
              <a:t>Tierra de los Incas</a:t>
            </a:r>
          </a:p>
          <a:p>
            <a:pPr algn="l"/>
            <a:r>
              <a:rPr lang="es-MX" sz="900" dirty="0"/>
              <a:t>$9.990</a:t>
            </a:r>
          </a:p>
          <a:p>
            <a:pPr algn="l"/>
            <a:r>
              <a:rPr lang="es-MX" sz="900" dirty="0"/>
              <a:t>Origen: Perú (Cuenca Central)</a:t>
            </a:r>
          </a:p>
          <a:p>
            <a:endParaRPr lang="es-CL" sz="90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BE1909B-12D2-6165-8562-8EC603D84424}"/>
              </a:ext>
            </a:extLst>
          </p:cNvPr>
          <p:cNvSpPr/>
          <p:nvPr/>
        </p:nvSpPr>
        <p:spPr>
          <a:xfrm>
            <a:off x="4723182" y="3027969"/>
            <a:ext cx="1008836" cy="10836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B5A13EF-DE19-563E-BD7C-3D4FBF3E33BE}"/>
              </a:ext>
            </a:extLst>
          </p:cNvPr>
          <p:cNvSpPr txBox="1"/>
          <p:nvPr/>
        </p:nvSpPr>
        <p:spPr>
          <a:xfrm>
            <a:off x="4685283" y="4166113"/>
            <a:ext cx="108463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900" dirty="0"/>
              <a:t>Grano Entero · Tueste Medio</a:t>
            </a:r>
          </a:p>
          <a:p>
            <a:pPr algn="l"/>
            <a:r>
              <a:rPr lang="es-MX" sz="900" dirty="0"/>
              <a:t>Tierra de los Incas</a:t>
            </a:r>
          </a:p>
          <a:p>
            <a:pPr algn="l"/>
            <a:r>
              <a:rPr lang="es-MX" sz="900" dirty="0"/>
              <a:t>$9.990</a:t>
            </a:r>
          </a:p>
          <a:p>
            <a:pPr algn="l"/>
            <a:r>
              <a:rPr lang="es-MX" sz="900" dirty="0"/>
              <a:t>Origen: Perú (Cuenca Central)</a:t>
            </a:r>
          </a:p>
          <a:p>
            <a:endParaRPr lang="es-CL" sz="9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EA1BC90-C4F0-284A-1A3C-986A0999EC38}"/>
              </a:ext>
            </a:extLst>
          </p:cNvPr>
          <p:cNvSpPr/>
          <p:nvPr/>
        </p:nvSpPr>
        <p:spPr>
          <a:xfrm>
            <a:off x="6003794" y="2997540"/>
            <a:ext cx="1008836" cy="10836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A6683A8-B7E3-08B8-913E-1397F7DE173C}"/>
              </a:ext>
            </a:extLst>
          </p:cNvPr>
          <p:cNvSpPr txBox="1"/>
          <p:nvPr/>
        </p:nvSpPr>
        <p:spPr>
          <a:xfrm>
            <a:off x="5965895" y="4135684"/>
            <a:ext cx="108463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900" dirty="0"/>
              <a:t>Grano Entero · Tueste Medio</a:t>
            </a:r>
          </a:p>
          <a:p>
            <a:pPr algn="l"/>
            <a:r>
              <a:rPr lang="es-MX" sz="900" dirty="0"/>
              <a:t>Tierra de los Incas</a:t>
            </a:r>
          </a:p>
          <a:p>
            <a:pPr algn="l"/>
            <a:r>
              <a:rPr lang="es-MX" sz="900" dirty="0"/>
              <a:t>$9.990</a:t>
            </a:r>
          </a:p>
          <a:p>
            <a:pPr algn="l"/>
            <a:r>
              <a:rPr lang="es-MX" sz="900" dirty="0"/>
              <a:t>Origen: Perú (Cuenca Central)</a:t>
            </a:r>
          </a:p>
          <a:p>
            <a:endParaRPr lang="es-CL" sz="9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0F8AF68-E8F5-6FFF-41D8-4DA8E54F067A}"/>
              </a:ext>
            </a:extLst>
          </p:cNvPr>
          <p:cNvSpPr/>
          <p:nvPr/>
        </p:nvSpPr>
        <p:spPr>
          <a:xfrm>
            <a:off x="7346579" y="3004365"/>
            <a:ext cx="1008836" cy="10836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56C4A17-A852-3985-547D-F5DE14C6F462}"/>
              </a:ext>
            </a:extLst>
          </p:cNvPr>
          <p:cNvSpPr txBox="1"/>
          <p:nvPr/>
        </p:nvSpPr>
        <p:spPr>
          <a:xfrm>
            <a:off x="7308680" y="4142509"/>
            <a:ext cx="108463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900" dirty="0"/>
              <a:t>Grano Entero · Tueste Medio</a:t>
            </a:r>
          </a:p>
          <a:p>
            <a:pPr algn="l"/>
            <a:r>
              <a:rPr lang="es-MX" sz="900" dirty="0"/>
              <a:t>Tierra de los Incas</a:t>
            </a:r>
          </a:p>
          <a:p>
            <a:pPr algn="l"/>
            <a:r>
              <a:rPr lang="es-MX" sz="900" dirty="0"/>
              <a:t>$9.990</a:t>
            </a:r>
          </a:p>
          <a:p>
            <a:pPr algn="l"/>
            <a:r>
              <a:rPr lang="es-MX" sz="900" dirty="0"/>
              <a:t>Origen: Perú (Cuenca Central)</a:t>
            </a:r>
          </a:p>
          <a:p>
            <a:endParaRPr lang="es-CL" sz="9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A256034-67F5-689B-DBC3-957F5D104EBC}"/>
              </a:ext>
            </a:extLst>
          </p:cNvPr>
          <p:cNvSpPr/>
          <p:nvPr/>
        </p:nvSpPr>
        <p:spPr>
          <a:xfrm>
            <a:off x="8678715" y="2997540"/>
            <a:ext cx="1008836" cy="10836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FA9B4A4-E865-B934-6575-A123CC38E0CA}"/>
              </a:ext>
            </a:extLst>
          </p:cNvPr>
          <p:cNvSpPr txBox="1"/>
          <p:nvPr/>
        </p:nvSpPr>
        <p:spPr>
          <a:xfrm>
            <a:off x="8640816" y="4135684"/>
            <a:ext cx="108463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900" dirty="0"/>
              <a:t>Grano Entero · Tueste Medio</a:t>
            </a:r>
          </a:p>
          <a:p>
            <a:pPr algn="l"/>
            <a:r>
              <a:rPr lang="es-MX" sz="900" dirty="0"/>
              <a:t>Tierra de los Incas</a:t>
            </a:r>
          </a:p>
          <a:p>
            <a:pPr algn="l"/>
            <a:r>
              <a:rPr lang="es-MX" sz="900" dirty="0"/>
              <a:t>$9.990</a:t>
            </a:r>
          </a:p>
          <a:p>
            <a:pPr algn="l"/>
            <a:r>
              <a:rPr lang="es-MX" sz="900" dirty="0"/>
              <a:t>Origen: Perú (Cuenca Central)</a:t>
            </a:r>
          </a:p>
          <a:p>
            <a:endParaRPr lang="es-CL" sz="9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C0449BE-BD9F-9D5D-13C9-3082E54DE004}"/>
              </a:ext>
            </a:extLst>
          </p:cNvPr>
          <p:cNvSpPr/>
          <p:nvPr/>
        </p:nvSpPr>
        <p:spPr>
          <a:xfrm>
            <a:off x="7444888" y="994161"/>
            <a:ext cx="1208941" cy="3449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+ PUBLICAR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C67D045F-C8A4-D57E-6688-C714C4A6CFD6}"/>
              </a:ext>
            </a:extLst>
          </p:cNvPr>
          <p:cNvSpPr/>
          <p:nvPr/>
        </p:nvSpPr>
        <p:spPr>
          <a:xfrm>
            <a:off x="2048261" y="5098019"/>
            <a:ext cx="62574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00" dirty="0">
                <a:solidFill>
                  <a:schemeClr val="bg1">
                    <a:lumMod val="95000"/>
                  </a:schemeClr>
                </a:solidFill>
              </a:rPr>
              <a:t>Ver Detalle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5AF596D-EBBF-7FB4-D32D-8AA21BA419DE}"/>
              </a:ext>
            </a:extLst>
          </p:cNvPr>
          <p:cNvSpPr/>
          <p:nvPr/>
        </p:nvSpPr>
        <p:spPr>
          <a:xfrm>
            <a:off x="2726364" y="5098019"/>
            <a:ext cx="28723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🛒</a:t>
            </a:r>
            <a:endParaRPr lang="es-CL" sz="400" dirty="0">
              <a:solidFill>
                <a:schemeClr val="tx1"/>
              </a:solidFill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E1A3477-C32B-E926-8E21-7B45F8C22CDC}"/>
              </a:ext>
            </a:extLst>
          </p:cNvPr>
          <p:cNvSpPr/>
          <p:nvPr/>
        </p:nvSpPr>
        <p:spPr>
          <a:xfrm>
            <a:off x="3459488" y="5096973"/>
            <a:ext cx="62574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00" dirty="0">
                <a:solidFill>
                  <a:schemeClr val="bg1">
                    <a:lumMod val="95000"/>
                  </a:schemeClr>
                </a:solidFill>
              </a:rPr>
              <a:t>Ver Detalle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3E9E02D2-9CE1-1B2A-3FD6-7A9EB4C0C580}"/>
              </a:ext>
            </a:extLst>
          </p:cNvPr>
          <p:cNvSpPr/>
          <p:nvPr/>
        </p:nvSpPr>
        <p:spPr>
          <a:xfrm>
            <a:off x="4137591" y="5096973"/>
            <a:ext cx="28723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🛒</a:t>
            </a:r>
            <a:endParaRPr lang="es-CL" sz="400" dirty="0">
              <a:solidFill>
                <a:schemeClr val="tx1"/>
              </a:solidFill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8EF5900-5E67-B531-8DD4-3EEF9A2226DD}"/>
              </a:ext>
            </a:extLst>
          </p:cNvPr>
          <p:cNvSpPr/>
          <p:nvPr/>
        </p:nvSpPr>
        <p:spPr>
          <a:xfrm>
            <a:off x="4749504" y="5100191"/>
            <a:ext cx="62574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00" dirty="0">
                <a:solidFill>
                  <a:schemeClr val="bg1">
                    <a:lumMod val="95000"/>
                  </a:schemeClr>
                </a:solidFill>
              </a:rPr>
              <a:t>Ver Detalle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139357A-E439-AB58-F557-9B8823FC915E}"/>
              </a:ext>
            </a:extLst>
          </p:cNvPr>
          <p:cNvSpPr/>
          <p:nvPr/>
        </p:nvSpPr>
        <p:spPr>
          <a:xfrm>
            <a:off x="5427607" y="5100191"/>
            <a:ext cx="28723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🛒</a:t>
            </a:r>
            <a:endParaRPr lang="es-CL" sz="400" dirty="0">
              <a:solidFill>
                <a:schemeClr val="tx1"/>
              </a:solidFill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5081561-0C69-0CEC-306E-52ABA4F71448}"/>
              </a:ext>
            </a:extLst>
          </p:cNvPr>
          <p:cNvSpPr/>
          <p:nvPr/>
        </p:nvSpPr>
        <p:spPr>
          <a:xfrm>
            <a:off x="6068015" y="5106092"/>
            <a:ext cx="62574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00" dirty="0">
                <a:solidFill>
                  <a:schemeClr val="bg1">
                    <a:lumMod val="95000"/>
                  </a:schemeClr>
                </a:solidFill>
              </a:rPr>
              <a:t>Ver Detalle</a:t>
            </a: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BD2B44EC-5B43-2588-0873-CF13F53834A9}"/>
              </a:ext>
            </a:extLst>
          </p:cNvPr>
          <p:cNvSpPr/>
          <p:nvPr/>
        </p:nvSpPr>
        <p:spPr>
          <a:xfrm>
            <a:off x="6746118" y="5106092"/>
            <a:ext cx="28723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🛒</a:t>
            </a:r>
            <a:endParaRPr lang="es-CL" sz="400" dirty="0">
              <a:solidFill>
                <a:schemeClr val="tx1"/>
              </a:solidFill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35F1B579-ED13-5108-441C-1E386CB99270}"/>
              </a:ext>
            </a:extLst>
          </p:cNvPr>
          <p:cNvSpPr/>
          <p:nvPr/>
        </p:nvSpPr>
        <p:spPr>
          <a:xfrm>
            <a:off x="7424269" y="5082488"/>
            <a:ext cx="62574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00" dirty="0">
                <a:solidFill>
                  <a:schemeClr val="bg1">
                    <a:lumMod val="95000"/>
                  </a:schemeClr>
                </a:solidFill>
              </a:rPr>
              <a:t>Ver Detalle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43CFF060-5033-1551-2BD3-6BB3BB8B366E}"/>
              </a:ext>
            </a:extLst>
          </p:cNvPr>
          <p:cNvSpPr/>
          <p:nvPr/>
        </p:nvSpPr>
        <p:spPr>
          <a:xfrm>
            <a:off x="8102372" y="5082488"/>
            <a:ext cx="28723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🛒</a:t>
            </a:r>
            <a:endParaRPr lang="es-CL" sz="400" dirty="0">
              <a:solidFill>
                <a:schemeClr val="tx1"/>
              </a:solidFill>
            </a:endParaRP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E7A39AC2-80A2-A19A-3D8B-C60495E486C8}"/>
              </a:ext>
            </a:extLst>
          </p:cNvPr>
          <p:cNvSpPr/>
          <p:nvPr/>
        </p:nvSpPr>
        <p:spPr>
          <a:xfrm>
            <a:off x="8713091" y="5096973"/>
            <a:ext cx="62574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00" dirty="0">
                <a:solidFill>
                  <a:schemeClr val="bg1">
                    <a:lumMod val="95000"/>
                  </a:schemeClr>
                </a:solidFill>
              </a:rPr>
              <a:t>Ver Detalle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49E31EA2-CA9F-43A3-2E2E-D22322FA3029}"/>
              </a:ext>
            </a:extLst>
          </p:cNvPr>
          <p:cNvSpPr/>
          <p:nvPr/>
        </p:nvSpPr>
        <p:spPr>
          <a:xfrm>
            <a:off x="9391194" y="5096973"/>
            <a:ext cx="28723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🛒</a:t>
            </a:r>
            <a:endParaRPr lang="es-CL" sz="400" dirty="0">
              <a:solidFill>
                <a:schemeClr val="tx1"/>
              </a:solidFill>
            </a:endParaRP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4427370-D89F-6BEB-D596-D66CE2234515}"/>
              </a:ext>
            </a:extLst>
          </p:cNvPr>
          <p:cNvSpPr/>
          <p:nvPr/>
        </p:nvSpPr>
        <p:spPr>
          <a:xfrm>
            <a:off x="8693192" y="994161"/>
            <a:ext cx="517853" cy="35757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🛒</a:t>
            </a:r>
            <a:endParaRPr lang="es-CL" sz="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9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03DDF69-B824-50FF-FE45-F6726C1784CD}"/>
              </a:ext>
            </a:extLst>
          </p:cNvPr>
          <p:cNvSpPr/>
          <p:nvPr/>
        </p:nvSpPr>
        <p:spPr>
          <a:xfrm>
            <a:off x="1776485" y="811622"/>
            <a:ext cx="8639029" cy="52347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F73A770-A64F-BD02-E906-4249F73FBF7F}"/>
              </a:ext>
            </a:extLst>
          </p:cNvPr>
          <p:cNvSpPr/>
          <p:nvPr/>
        </p:nvSpPr>
        <p:spPr>
          <a:xfrm>
            <a:off x="1776485" y="811621"/>
            <a:ext cx="3134182" cy="52347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E781595-EE8B-8250-C25F-10A1EBA65A1A}"/>
              </a:ext>
            </a:extLst>
          </p:cNvPr>
          <p:cNvSpPr txBox="1"/>
          <p:nvPr/>
        </p:nvSpPr>
        <p:spPr>
          <a:xfrm>
            <a:off x="5415628" y="2321380"/>
            <a:ext cx="33486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/>
              <a:t>Grano Entero · Tueste Medio</a:t>
            </a:r>
          </a:p>
          <a:p>
            <a:pPr algn="l"/>
            <a:r>
              <a:rPr lang="es-MX" dirty="0"/>
              <a:t>Tierra de los Incas</a:t>
            </a:r>
          </a:p>
          <a:p>
            <a:pPr algn="l"/>
            <a:r>
              <a:rPr lang="es-MX" dirty="0"/>
              <a:t>$9.990</a:t>
            </a:r>
          </a:p>
          <a:p>
            <a:pPr algn="l"/>
            <a:r>
              <a:rPr lang="es-MX" dirty="0"/>
              <a:t>Origen: Perú (Cuenca Central)</a:t>
            </a:r>
          </a:p>
          <a:p>
            <a:endParaRPr lang="es-CL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1B5FC02-559D-10BF-6C35-0B55A1E006E6}"/>
              </a:ext>
            </a:extLst>
          </p:cNvPr>
          <p:cNvSpPr/>
          <p:nvPr/>
        </p:nvSpPr>
        <p:spPr>
          <a:xfrm>
            <a:off x="1776485" y="5463821"/>
            <a:ext cx="8639029" cy="5825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>
                <a:solidFill>
                  <a:schemeClr val="bg1">
                    <a:lumMod val="95000"/>
                  </a:schemeClr>
                </a:solidFill>
              </a:rPr>
              <a:t>MKTCafé</a:t>
            </a:r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                                                                                                                               2026 – Marketplace de Café Artesanal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030CF05-FA02-F0DB-F4CF-037D620B3B49}"/>
              </a:ext>
            </a:extLst>
          </p:cNvPr>
          <p:cNvSpPr txBox="1"/>
          <p:nvPr/>
        </p:nvSpPr>
        <p:spPr>
          <a:xfrm>
            <a:off x="428977" y="257624"/>
            <a:ext cx="266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Detalle de Publicación</a:t>
            </a:r>
            <a:endParaRPr lang="es-CL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F8987BE-6628-6A75-9B09-B75D977C4571}"/>
              </a:ext>
            </a:extLst>
          </p:cNvPr>
          <p:cNvSpPr/>
          <p:nvPr/>
        </p:nvSpPr>
        <p:spPr>
          <a:xfrm>
            <a:off x="1916077" y="2045340"/>
            <a:ext cx="2791390" cy="177805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 principal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23342E8-C345-7C06-1CFF-A68F9414E450}"/>
              </a:ext>
            </a:extLst>
          </p:cNvPr>
          <p:cNvSpPr/>
          <p:nvPr/>
        </p:nvSpPr>
        <p:spPr>
          <a:xfrm>
            <a:off x="1776485" y="811623"/>
            <a:ext cx="8639029" cy="7349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/>
              <a:t>MKTCafé</a:t>
            </a:r>
            <a:r>
              <a:rPr lang="es-CL" sz="1400" dirty="0"/>
              <a:t>                                                               </a:t>
            </a:r>
            <a:r>
              <a:rPr lang="es-CL" sz="1400" u="sng" dirty="0"/>
              <a:t>TIENDA</a:t>
            </a:r>
            <a:r>
              <a:rPr lang="es-CL" sz="1400" dirty="0"/>
              <a:t>         MI PERFIL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50A7CD3-D843-CAF3-363B-4FE97F895817}"/>
              </a:ext>
            </a:extLst>
          </p:cNvPr>
          <p:cNvSpPr/>
          <p:nvPr/>
        </p:nvSpPr>
        <p:spPr>
          <a:xfrm>
            <a:off x="1776486" y="1548553"/>
            <a:ext cx="8639028" cy="35915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/>
              <a:t>&lt;- tienda  En grano / Café Arábica Etiopía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CBF0590-18E6-B30E-75D5-5248FD5DBBFF}"/>
              </a:ext>
            </a:extLst>
          </p:cNvPr>
          <p:cNvSpPr/>
          <p:nvPr/>
        </p:nvSpPr>
        <p:spPr>
          <a:xfrm>
            <a:off x="1916077" y="3920186"/>
            <a:ext cx="718361" cy="7093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000" dirty="0"/>
              <a:t>imagen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7397682-F78B-53F5-0287-C9583CFE766E}"/>
              </a:ext>
            </a:extLst>
          </p:cNvPr>
          <p:cNvSpPr/>
          <p:nvPr/>
        </p:nvSpPr>
        <p:spPr>
          <a:xfrm>
            <a:off x="2680683" y="3923631"/>
            <a:ext cx="718361" cy="7093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000" dirty="0"/>
              <a:t>imagen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52BB146-A741-EA7D-5F87-8BD48F574D1D}"/>
              </a:ext>
            </a:extLst>
          </p:cNvPr>
          <p:cNvSpPr/>
          <p:nvPr/>
        </p:nvSpPr>
        <p:spPr>
          <a:xfrm>
            <a:off x="3445287" y="3920186"/>
            <a:ext cx="718361" cy="7093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000" dirty="0"/>
              <a:t>imagen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46C5EFF-D1B6-4161-9D85-FE10F982C9CC}"/>
              </a:ext>
            </a:extLst>
          </p:cNvPr>
          <p:cNvSpPr/>
          <p:nvPr/>
        </p:nvSpPr>
        <p:spPr>
          <a:xfrm>
            <a:off x="9247665" y="994161"/>
            <a:ext cx="974424" cy="35757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SALIR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4BDEC3C-142A-3D0B-3E95-8E6A7A1B2747}"/>
              </a:ext>
            </a:extLst>
          </p:cNvPr>
          <p:cNvSpPr/>
          <p:nvPr/>
        </p:nvSpPr>
        <p:spPr>
          <a:xfrm>
            <a:off x="7444888" y="994161"/>
            <a:ext cx="1208941" cy="3449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+ PUBLICAR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8D50D00-B795-7CCF-8808-E0B35F4E6615}"/>
              </a:ext>
            </a:extLst>
          </p:cNvPr>
          <p:cNvSpPr/>
          <p:nvPr/>
        </p:nvSpPr>
        <p:spPr>
          <a:xfrm>
            <a:off x="8693192" y="994161"/>
            <a:ext cx="517853" cy="35757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🛒</a:t>
            </a:r>
            <a:endParaRPr lang="es-CL" sz="400" dirty="0">
              <a:solidFill>
                <a:schemeClr val="tx1"/>
              </a:solidFill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C9FE8F1-010D-320D-1207-B9FD88185CA9}"/>
              </a:ext>
            </a:extLst>
          </p:cNvPr>
          <p:cNvSpPr/>
          <p:nvPr/>
        </p:nvSpPr>
        <p:spPr>
          <a:xfrm>
            <a:off x="5737363" y="4423345"/>
            <a:ext cx="3134182" cy="35757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>
                <a:solidFill>
                  <a:schemeClr val="bg1"/>
                </a:solidFill>
              </a:rPr>
              <a:t>🛒AGREGAR AL CARRITO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B4AC145-E0C9-C4D5-30D8-FEC86C3B7A04}"/>
              </a:ext>
            </a:extLst>
          </p:cNvPr>
          <p:cNvSpPr/>
          <p:nvPr/>
        </p:nvSpPr>
        <p:spPr>
          <a:xfrm>
            <a:off x="6817242" y="3855921"/>
            <a:ext cx="974424" cy="35757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1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1EF6C71-4835-256E-6A5E-F8923B796DC5}"/>
              </a:ext>
            </a:extLst>
          </p:cNvPr>
          <p:cNvSpPr/>
          <p:nvPr/>
        </p:nvSpPr>
        <p:spPr>
          <a:xfrm>
            <a:off x="6410739" y="3854800"/>
            <a:ext cx="406502" cy="35757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-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DA040F5-73AA-B231-6F8D-EDA7AF12879C}"/>
              </a:ext>
            </a:extLst>
          </p:cNvPr>
          <p:cNvSpPr/>
          <p:nvPr/>
        </p:nvSpPr>
        <p:spPr>
          <a:xfrm>
            <a:off x="7791666" y="3854800"/>
            <a:ext cx="406502" cy="35757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+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9FCF337-255E-7843-5C6B-2B44920024C5}"/>
              </a:ext>
            </a:extLst>
          </p:cNvPr>
          <p:cNvSpPr/>
          <p:nvPr/>
        </p:nvSpPr>
        <p:spPr>
          <a:xfrm>
            <a:off x="5737363" y="4864423"/>
            <a:ext cx="3134182" cy="35757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AGREGAR A FAVORITOS</a:t>
            </a:r>
          </a:p>
        </p:txBody>
      </p:sp>
    </p:spTree>
    <p:extLst>
      <p:ext uri="{BB962C8B-B14F-4D97-AF65-F5344CB8AC3E}">
        <p14:creationId xmlns:p14="http://schemas.microsoft.com/office/powerpoint/2010/main" val="980028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03DDF69-B824-50FF-FE45-F6726C1784CD}"/>
              </a:ext>
            </a:extLst>
          </p:cNvPr>
          <p:cNvSpPr/>
          <p:nvPr/>
        </p:nvSpPr>
        <p:spPr>
          <a:xfrm>
            <a:off x="1776485" y="811623"/>
            <a:ext cx="8639029" cy="52347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400" dirty="0"/>
              <a:t>RESUMEN DE COMPRA</a:t>
            </a:r>
          </a:p>
          <a:p>
            <a:r>
              <a:rPr lang="es-CL" dirty="0"/>
              <a:t>Tu Carrito</a:t>
            </a:r>
          </a:p>
          <a:p>
            <a:r>
              <a:rPr lang="es-CL" dirty="0"/>
              <a:t>_______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1B5FC02-559D-10BF-6C35-0B55A1E006E6}"/>
              </a:ext>
            </a:extLst>
          </p:cNvPr>
          <p:cNvSpPr/>
          <p:nvPr/>
        </p:nvSpPr>
        <p:spPr>
          <a:xfrm>
            <a:off x="1776485" y="5463821"/>
            <a:ext cx="8639029" cy="5825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>
                <a:solidFill>
                  <a:schemeClr val="bg1">
                    <a:lumMod val="95000"/>
                  </a:schemeClr>
                </a:solidFill>
              </a:rPr>
              <a:t>MKTCafé</a:t>
            </a:r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                                                                                                                               2026 – Marketplace de Café Artesanal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030CF05-FA02-F0DB-F4CF-037D620B3B49}"/>
              </a:ext>
            </a:extLst>
          </p:cNvPr>
          <p:cNvSpPr txBox="1"/>
          <p:nvPr/>
        </p:nvSpPr>
        <p:spPr>
          <a:xfrm>
            <a:off x="428977" y="257624"/>
            <a:ext cx="226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Carrito de Compra</a:t>
            </a:r>
            <a:endParaRPr lang="es-CL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23342E8-C345-7C06-1CFF-A68F9414E450}"/>
              </a:ext>
            </a:extLst>
          </p:cNvPr>
          <p:cNvSpPr/>
          <p:nvPr/>
        </p:nvSpPr>
        <p:spPr>
          <a:xfrm>
            <a:off x="1776485" y="811623"/>
            <a:ext cx="8639029" cy="7349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/>
              <a:t>MKTCafé</a:t>
            </a:r>
            <a:r>
              <a:rPr lang="es-CL" sz="1400" dirty="0"/>
              <a:t>                                      </a:t>
            </a:r>
            <a:r>
              <a:rPr lang="es-CL" sz="1400" u="sng" dirty="0"/>
              <a:t>TIENDA</a:t>
            </a:r>
            <a:r>
              <a:rPr lang="es-CL" sz="1400" dirty="0"/>
              <a:t>         MI PERFIL       MIS PEDIDOS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46C5EFF-D1B6-4161-9D85-FE10F982C9CC}"/>
              </a:ext>
            </a:extLst>
          </p:cNvPr>
          <p:cNvSpPr/>
          <p:nvPr/>
        </p:nvSpPr>
        <p:spPr>
          <a:xfrm>
            <a:off x="9247665" y="994161"/>
            <a:ext cx="974424" cy="35757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SALIR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8D50D00-B795-7CCF-8808-E0B35F4E6615}"/>
              </a:ext>
            </a:extLst>
          </p:cNvPr>
          <p:cNvSpPr/>
          <p:nvPr/>
        </p:nvSpPr>
        <p:spPr>
          <a:xfrm>
            <a:off x="8693192" y="994161"/>
            <a:ext cx="517853" cy="35757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🛒</a:t>
            </a:r>
            <a:endParaRPr lang="es-CL" sz="400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C0489EA-EB56-8D11-727F-DFFD0CA0E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725" y="2931698"/>
            <a:ext cx="1363064" cy="402371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DC65E4AB-4271-C7D5-ED58-45126650D0EA}"/>
              </a:ext>
            </a:extLst>
          </p:cNvPr>
          <p:cNvSpPr/>
          <p:nvPr/>
        </p:nvSpPr>
        <p:spPr>
          <a:xfrm>
            <a:off x="1903796" y="2591061"/>
            <a:ext cx="1008836" cy="10836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BABBB51-206A-05FA-9A18-E350EE5976E2}"/>
              </a:ext>
            </a:extLst>
          </p:cNvPr>
          <p:cNvSpPr txBox="1"/>
          <p:nvPr/>
        </p:nvSpPr>
        <p:spPr>
          <a:xfrm>
            <a:off x="2995819" y="2548109"/>
            <a:ext cx="10846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00" dirty="0"/>
              <a:t>Grano Entero · Tueste Medio</a:t>
            </a:r>
          </a:p>
          <a:p>
            <a:pPr algn="l"/>
            <a:r>
              <a:rPr lang="es-MX" sz="1000" dirty="0"/>
              <a:t>Tierra de los Incas</a:t>
            </a:r>
          </a:p>
          <a:p>
            <a:pPr algn="l"/>
            <a:r>
              <a:rPr lang="es-MX" sz="1000" dirty="0"/>
              <a:t>$9.990</a:t>
            </a:r>
          </a:p>
          <a:p>
            <a:pPr algn="l"/>
            <a:r>
              <a:rPr lang="es-MX" sz="1000" dirty="0"/>
              <a:t>Origen: Perú (Cuenca Central)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3B93152-94DD-A1E7-4D54-945892BE8298}"/>
              </a:ext>
            </a:extLst>
          </p:cNvPr>
          <p:cNvSpPr txBox="1"/>
          <p:nvPr/>
        </p:nvSpPr>
        <p:spPr>
          <a:xfrm>
            <a:off x="5892061" y="2948217"/>
            <a:ext cx="1084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b="1" dirty="0"/>
              <a:t>$9.990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E66BFD8-0216-8D63-8B66-C11DDA6B3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725" y="4067102"/>
            <a:ext cx="1363064" cy="402371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9E481EEE-9445-5598-90DB-B4A6FE02EB0A}"/>
              </a:ext>
            </a:extLst>
          </p:cNvPr>
          <p:cNvSpPr/>
          <p:nvPr/>
        </p:nvSpPr>
        <p:spPr>
          <a:xfrm>
            <a:off x="1903796" y="3726465"/>
            <a:ext cx="1008836" cy="108364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CE2299A-B17F-D3C4-9025-7CFE71BA238F}"/>
              </a:ext>
            </a:extLst>
          </p:cNvPr>
          <p:cNvSpPr txBox="1"/>
          <p:nvPr/>
        </p:nvSpPr>
        <p:spPr>
          <a:xfrm>
            <a:off x="2995819" y="3683513"/>
            <a:ext cx="10846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000" dirty="0"/>
              <a:t>Grano Entero · Tueste Medio</a:t>
            </a:r>
          </a:p>
          <a:p>
            <a:pPr algn="l"/>
            <a:r>
              <a:rPr lang="es-MX" sz="1000" dirty="0"/>
              <a:t>Tierra de los Incas</a:t>
            </a:r>
          </a:p>
          <a:p>
            <a:pPr algn="l"/>
            <a:r>
              <a:rPr lang="es-MX" sz="1000" dirty="0"/>
              <a:t>$9.990</a:t>
            </a:r>
          </a:p>
          <a:p>
            <a:pPr algn="l"/>
            <a:r>
              <a:rPr lang="es-MX" sz="1000" dirty="0"/>
              <a:t>Origen: Perú (Cuenca Central)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6052F71-FB43-79EC-D673-391ACE22A5F6}"/>
              </a:ext>
            </a:extLst>
          </p:cNvPr>
          <p:cNvSpPr txBox="1"/>
          <p:nvPr/>
        </p:nvSpPr>
        <p:spPr>
          <a:xfrm>
            <a:off x="5892061" y="4083621"/>
            <a:ext cx="1084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b="1" dirty="0"/>
              <a:t>$9.990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596FDE8-7C5E-6973-ED64-16096BCF9E13}"/>
              </a:ext>
            </a:extLst>
          </p:cNvPr>
          <p:cNvSpPr/>
          <p:nvPr/>
        </p:nvSpPr>
        <p:spPr>
          <a:xfrm>
            <a:off x="6910254" y="2420355"/>
            <a:ext cx="3134182" cy="18479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dirty="0"/>
              <a:t>RESUMEN DEL PEDIDO </a:t>
            </a:r>
          </a:p>
          <a:p>
            <a:r>
              <a:rPr lang="es-CL" sz="1600" dirty="0"/>
              <a:t>Subtotal ( 2 productos)     $19.980</a:t>
            </a:r>
          </a:p>
          <a:p>
            <a:r>
              <a:rPr lang="es-CL" sz="1600" dirty="0"/>
              <a:t>Envío                                      $3.000</a:t>
            </a:r>
          </a:p>
          <a:p>
            <a:r>
              <a:rPr lang="es-CL" sz="1600" dirty="0"/>
              <a:t>___________________________</a:t>
            </a:r>
          </a:p>
          <a:p>
            <a:r>
              <a:rPr lang="es-CL" sz="1600" b="1" dirty="0">
                <a:solidFill>
                  <a:schemeClr val="tx1"/>
                </a:solidFill>
              </a:rPr>
              <a:t>Total                                     $22.980</a:t>
            </a:r>
          </a:p>
          <a:p>
            <a:endParaRPr lang="es-CL" sz="1600" dirty="0"/>
          </a:p>
          <a:p>
            <a:endParaRPr lang="es-CL" sz="16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C9FE8F1-010D-320D-1207-B9FD88185CA9}"/>
              </a:ext>
            </a:extLst>
          </p:cNvPr>
          <p:cNvSpPr/>
          <p:nvPr/>
        </p:nvSpPr>
        <p:spPr>
          <a:xfrm>
            <a:off x="7396372" y="3824252"/>
            <a:ext cx="2094672" cy="35757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dirty="0">
                <a:solidFill>
                  <a:schemeClr val="bg1"/>
                </a:solidFill>
              </a:rPr>
              <a:t>PROCEDER AL PAGO -&gt;</a:t>
            </a:r>
          </a:p>
        </p:txBody>
      </p:sp>
    </p:spTree>
    <p:extLst>
      <p:ext uri="{BB962C8B-B14F-4D97-AF65-F5344CB8AC3E}">
        <p14:creationId xmlns:p14="http://schemas.microsoft.com/office/powerpoint/2010/main" val="3464612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03DDF69-B824-50FF-FE45-F6726C1784CD}"/>
              </a:ext>
            </a:extLst>
          </p:cNvPr>
          <p:cNvSpPr/>
          <p:nvPr/>
        </p:nvSpPr>
        <p:spPr>
          <a:xfrm>
            <a:off x="1776485" y="811622"/>
            <a:ext cx="8639029" cy="52347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400" dirty="0"/>
              <a:t>     CUENTA</a:t>
            </a:r>
          </a:p>
          <a:p>
            <a:r>
              <a:rPr lang="es-CL" dirty="0"/>
              <a:t>    Mis Pedidos</a:t>
            </a:r>
          </a:p>
          <a:p>
            <a:r>
              <a:rPr lang="es-CL" dirty="0"/>
              <a:t>    _________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1B5FC02-559D-10BF-6C35-0B55A1E006E6}"/>
              </a:ext>
            </a:extLst>
          </p:cNvPr>
          <p:cNvSpPr/>
          <p:nvPr/>
        </p:nvSpPr>
        <p:spPr>
          <a:xfrm>
            <a:off x="1776485" y="5463821"/>
            <a:ext cx="8639029" cy="5825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>
                <a:solidFill>
                  <a:schemeClr val="bg1">
                    <a:lumMod val="95000"/>
                  </a:schemeClr>
                </a:solidFill>
              </a:rPr>
              <a:t>MKTCafé</a:t>
            </a:r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                                                                                                                               2026 – Marketplace de Café Artesanal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030CF05-FA02-F0DB-F4CF-037D620B3B49}"/>
              </a:ext>
            </a:extLst>
          </p:cNvPr>
          <p:cNvSpPr txBox="1"/>
          <p:nvPr/>
        </p:nvSpPr>
        <p:spPr>
          <a:xfrm>
            <a:off x="428977" y="257624"/>
            <a:ext cx="2405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Historial de Pedidos</a:t>
            </a:r>
            <a:endParaRPr lang="es-CL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23342E8-C345-7C06-1CFF-A68F9414E450}"/>
              </a:ext>
            </a:extLst>
          </p:cNvPr>
          <p:cNvSpPr/>
          <p:nvPr/>
        </p:nvSpPr>
        <p:spPr>
          <a:xfrm>
            <a:off x="1776485" y="811623"/>
            <a:ext cx="8639029" cy="7349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/>
              <a:t>MKTCafé</a:t>
            </a:r>
            <a:r>
              <a:rPr lang="es-CL" sz="1400" dirty="0"/>
              <a:t>                                      TIENDA         MI PERFIL       </a:t>
            </a:r>
            <a:r>
              <a:rPr lang="es-CL" sz="1400" u="sng" dirty="0"/>
              <a:t>MIS PEDIDOS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46C5EFF-D1B6-4161-9D85-FE10F982C9CC}"/>
              </a:ext>
            </a:extLst>
          </p:cNvPr>
          <p:cNvSpPr/>
          <p:nvPr/>
        </p:nvSpPr>
        <p:spPr>
          <a:xfrm>
            <a:off x="9247665" y="994161"/>
            <a:ext cx="974424" cy="35757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SALIR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1AB2164-B933-4E72-B36E-79DAD9BFFEC5}"/>
              </a:ext>
            </a:extLst>
          </p:cNvPr>
          <p:cNvSpPr/>
          <p:nvPr/>
        </p:nvSpPr>
        <p:spPr>
          <a:xfrm>
            <a:off x="2302137" y="3316189"/>
            <a:ext cx="7587726" cy="188244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sz="1400" dirty="0"/>
          </a:p>
          <a:p>
            <a:r>
              <a:rPr lang="es-CL" sz="1400" dirty="0" err="1"/>
              <a:t>N°PEDIDO</a:t>
            </a:r>
            <a:r>
              <a:rPr lang="es-CL" sz="1400" dirty="0"/>
              <a:t>           PRODUCTOS                  TOTAL              ESTAOD                     ACCIONES</a:t>
            </a:r>
          </a:p>
          <a:p>
            <a:r>
              <a:rPr lang="es-CL" sz="1400" dirty="0"/>
              <a:t>#000124         Tierra de los Incas X 2     $XX.XXXX      ENTREGADO             VER DETALLE</a:t>
            </a:r>
          </a:p>
          <a:p>
            <a:endParaRPr lang="es-CL" sz="1400" dirty="0"/>
          </a:p>
          <a:p>
            <a:r>
              <a:rPr lang="es-CL" sz="1400" dirty="0"/>
              <a:t>#000124         Tierra de los Incas X 2     $XX.XXXX      EN CAMINO             VER DETALLE</a:t>
            </a:r>
          </a:p>
          <a:p>
            <a:endParaRPr lang="es-CL" sz="1400" dirty="0"/>
          </a:p>
          <a:p>
            <a:r>
              <a:rPr lang="es-CL" sz="1400" dirty="0"/>
              <a:t>#000124         Tierra de los Incas X 2     $XX.XXXX      ENTREGADO             VER DETALLE</a:t>
            </a:r>
          </a:p>
          <a:p>
            <a:endParaRPr lang="es-CL" sz="1400" dirty="0"/>
          </a:p>
          <a:p>
            <a:endParaRPr lang="es-CL" sz="14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53760BD-C18A-80EB-1979-2A258119B32C}"/>
              </a:ext>
            </a:extLst>
          </p:cNvPr>
          <p:cNvSpPr/>
          <p:nvPr/>
        </p:nvSpPr>
        <p:spPr>
          <a:xfrm>
            <a:off x="6902517" y="2650575"/>
            <a:ext cx="1347510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ENTREGADO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D0E78F7-1DE9-8B3F-AAEC-EC9CA63D8B6E}"/>
              </a:ext>
            </a:extLst>
          </p:cNvPr>
          <p:cNvSpPr/>
          <p:nvPr/>
        </p:nvSpPr>
        <p:spPr>
          <a:xfrm>
            <a:off x="3752961" y="2650575"/>
            <a:ext cx="1347510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PENDIENTE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1C722FC-9744-B8B7-3D3D-24211C041521}"/>
              </a:ext>
            </a:extLst>
          </p:cNvPr>
          <p:cNvSpPr/>
          <p:nvPr/>
        </p:nvSpPr>
        <p:spPr>
          <a:xfrm>
            <a:off x="5342355" y="2650575"/>
            <a:ext cx="1347510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EN CAMINO 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842715B-BC44-5A66-0151-DF9396D2F5E6}"/>
              </a:ext>
            </a:extLst>
          </p:cNvPr>
          <p:cNvSpPr/>
          <p:nvPr/>
        </p:nvSpPr>
        <p:spPr>
          <a:xfrm>
            <a:off x="2302137" y="2643749"/>
            <a:ext cx="1208941" cy="3449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TODOS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131E62C-7339-AF10-1512-F1DD1A669920}"/>
              </a:ext>
            </a:extLst>
          </p:cNvPr>
          <p:cNvSpPr/>
          <p:nvPr/>
        </p:nvSpPr>
        <p:spPr>
          <a:xfrm>
            <a:off x="8542353" y="2643750"/>
            <a:ext cx="1347510" cy="3448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CANCELADO </a:t>
            </a:r>
          </a:p>
        </p:txBody>
      </p:sp>
    </p:spTree>
    <p:extLst>
      <p:ext uri="{BB962C8B-B14F-4D97-AF65-F5344CB8AC3E}">
        <p14:creationId xmlns:p14="http://schemas.microsoft.com/office/powerpoint/2010/main" val="2937423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DB0298-71EB-4035-8ED9-8686AF7762B1}"/>
              </a:ext>
            </a:extLst>
          </p:cNvPr>
          <p:cNvSpPr/>
          <p:nvPr/>
        </p:nvSpPr>
        <p:spPr>
          <a:xfrm>
            <a:off x="1776485" y="811622"/>
            <a:ext cx="8639029" cy="523475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sz="1400" dirty="0"/>
          </a:p>
          <a:p>
            <a:endParaRPr lang="es-CL" sz="1400" dirty="0"/>
          </a:p>
          <a:p>
            <a:r>
              <a:rPr lang="es-CL" sz="1400" dirty="0"/>
              <a:t>                               IMAGEN       PRODUCTO                                PRECIO       VENTAS             ACCIONES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8F9A5B2-456A-4EBD-5FB9-DF4484773C10}"/>
              </a:ext>
            </a:extLst>
          </p:cNvPr>
          <p:cNvSpPr/>
          <p:nvPr/>
        </p:nvSpPr>
        <p:spPr>
          <a:xfrm>
            <a:off x="1776485" y="811623"/>
            <a:ext cx="8639029" cy="7349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/>
              <a:t>MKTCafé</a:t>
            </a:r>
            <a:r>
              <a:rPr lang="es-CL" sz="1400" dirty="0"/>
              <a:t>                                                               </a:t>
            </a:r>
            <a:r>
              <a:rPr lang="es-CL" sz="1400" u="sng" dirty="0"/>
              <a:t>TIENDA</a:t>
            </a:r>
            <a:r>
              <a:rPr lang="es-CL" sz="1400" dirty="0"/>
              <a:t>         MI PERFIL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D501369-8504-9F89-CE80-4250121E574F}"/>
              </a:ext>
            </a:extLst>
          </p:cNvPr>
          <p:cNvSpPr/>
          <p:nvPr/>
        </p:nvSpPr>
        <p:spPr>
          <a:xfrm>
            <a:off x="9247665" y="994161"/>
            <a:ext cx="974424" cy="35757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/>
              <a:t>SALIR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EA8844-1543-84D8-0BDB-07B8D27C03FF}"/>
              </a:ext>
            </a:extLst>
          </p:cNvPr>
          <p:cNvSpPr txBox="1"/>
          <p:nvPr/>
        </p:nvSpPr>
        <p:spPr>
          <a:xfrm>
            <a:off x="428977" y="257624"/>
            <a:ext cx="4019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i="0" cap="all" dirty="0">
                <a:solidFill>
                  <a:srgbClr val="111111"/>
                </a:solidFill>
                <a:effectLst/>
                <a:highlight>
                  <a:srgbClr val="F4F4F4"/>
                </a:highlight>
                <a:latin typeface="Inter"/>
              </a:rPr>
              <a:t>Mis Publicaciones (vista vendedor)</a:t>
            </a:r>
            <a:endParaRPr lang="es-CL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E461077-9CC6-237D-9DD3-0C31C4134AA6}"/>
              </a:ext>
            </a:extLst>
          </p:cNvPr>
          <p:cNvSpPr/>
          <p:nvPr/>
        </p:nvSpPr>
        <p:spPr>
          <a:xfrm>
            <a:off x="3032273" y="3512117"/>
            <a:ext cx="695867" cy="67634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000" dirty="0"/>
              <a:t>imagen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5E41218-2389-B863-12FA-994DC0722614}"/>
              </a:ext>
            </a:extLst>
          </p:cNvPr>
          <p:cNvSpPr txBox="1"/>
          <p:nvPr/>
        </p:nvSpPr>
        <p:spPr>
          <a:xfrm>
            <a:off x="3800545" y="3487012"/>
            <a:ext cx="185481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900" dirty="0"/>
              <a:t>Grano Entero · Tueste Medio</a:t>
            </a:r>
          </a:p>
          <a:p>
            <a:pPr algn="l"/>
            <a:r>
              <a:rPr lang="es-MX" sz="900" dirty="0"/>
              <a:t>Tierra de los Incas</a:t>
            </a:r>
          </a:p>
          <a:p>
            <a:pPr algn="l"/>
            <a:r>
              <a:rPr lang="es-MX" sz="900" dirty="0"/>
              <a:t>$9.990</a:t>
            </a:r>
          </a:p>
          <a:p>
            <a:pPr algn="l"/>
            <a:r>
              <a:rPr lang="es-MX" sz="900" dirty="0"/>
              <a:t>Origen: Perú (Cuenca Central)</a:t>
            </a:r>
          </a:p>
          <a:p>
            <a:endParaRPr lang="es-CL" sz="900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9119820-5C01-19C9-DD24-D74CCA86C3E6}"/>
              </a:ext>
            </a:extLst>
          </p:cNvPr>
          <p:cNvSpPr/>
          <p:nvPr/>
        </p:nvSpPr>
        <p:spPr>
          <a:xfrm>
            <a:off x="1776485" y="5485923"/>
            <a:ext cx="8639029" cy="5825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CL" sz="1400" dirty="0" err="1">
                <a:solidFill>
                  <a:schemeClr val="bg1">
                    <a:lumMod val="95000"/>
                  </a:schemeClr>
                </a:solidFill>
              </a:rPr>
              <a:t>MKTCafé</a:t>
            </a:r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                                                                                                                               2026 – Marketplace de Café Artesanal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C0449BE-BD9F-9D5D-13C9-3082E54DE004}"/>
              </a:ext>
            </a:extLst>
          </p:cNvPr>
          <p:cNvSpPr/>
          <p:nvPr/>
        </p:nvSpPr>
        <p:spPr>
          <a:xfrm>
            <a:off x="7444888" y="994161"/>
            <a:ext cx="1208941" cy="3449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400" dirty="0">
                <a:solidFill>
                  <a:schemeClr val="bg1">
                    <a:lumMod val="95000"/>
                  </a:schemeClr>
                </a:solidFill>
              </a:rPr>
              <a:t>+ PUBLICAR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C67D045F-C8A4-D57E-6688-C714C4A6CFD6}"/>
              </a:ext>
            </a:extLst>
          </p:cNvPr>
          <p:cNvSpPr/>
          <p:nvPr/>
        </p:nvSpPr>
        <p:spPr>
          <a:xfrm>
            <a:off x="8051496" y="3636488"/>
            <a:ext cx="62574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000" dirty="0">
                <a:solidFill>
                  <a:schemeClr val="bg1">
                    <a:lumMod val="95000"/>
                  </a:schemeClr>
                </a:solidFill>
              </a:rPr>
              <a:t>Editar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34427370-D89F-6BEB-D596-D66CE2234515}"/>
              </a:ext>
            </a:extLst>
          </p:cNvPr>
          <p:cNvSpPr/>
          <p:nvPr/>
        </p:nvSpPr>
        <p:spPr>
          <a:xfrm>
            <a:off x="8693192" y="994161"/>
            <a:ext cx="517853" cy="35757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🛒</a:t>
            </a:r>
            <a:endParaRPr lang="es-CL" sz="400" dirty="0">
              <a:solidFill>
                <a:schemeClr val="tx1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259041-45BD-08B5-19B2-85C0D8305E91}"/>
              </a:ext>
            </a:extLst>
          </p:cNvPr>
          <p:cNvSpPr/>
          <p:nvPr/>
        </p:nvSpPr>
        <p:spPr>
          <a:xfrm>
            <a:off x="1776485" y="1546580"/>
            <a:ext cx="8639028" cy="13270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CL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9500745-F607-4800-B3AD-73395280EC7E}"/>
              </a:ext>
            </a:extLst>
          </p:cNvPr>
          <p:cNvSpPr/>
          <p:nvPr/>
        </p:nvSpPr>
        <p:spPr>
          <a:xfrm>
            <a:off x="2028420" y="1913470"/>
            <a:ext cx="974424" cy="74420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imagen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F478941-9FDA-8487-4507-006C0D841371}"/>
              </a:ext>
            </a:extLst>
          </p:cNvPr>
          <p:cNvSpPr txBox="1"/>
          <p:nvPr/>
        </p:nvSpPr>
        <p:spPr>
          <a:xfrm>
            <a:off x="3002844" y="1907232"/>
            <a:ext cx="25167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Sofía OSORIO</a:t>
            </a:r>
          </a:p>
          <a:p>
            <a:r>
              <a:rPr lang="es-CL" dirty="0">
                <a:solidFill>
                  <a:schemeClr val="bg1">
                    <a:lumMod val="9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sofiaosoriou@gmail.com</a:t>
            </a:r>
            <a:endParaRPr lang="es-CL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Santiago, Chile</a:t>
            </a:r>
          </a:p>
          <a:p>
            <a:endParaRPr lang="es-CL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301543E-E7F3-D6A5-FF54-763D3BB87F1F}"/>
              </a:ext>
            </a:extLst>
          </p:cNvPr>
          <p:cNvSpPr txBox="1"/>
          <p:nvPr/>
        </p:nvSpPr>
        <p:spPr>
          <a:xfrm>
            <a:off x="6277320" y="2309469"/>
            <a:ext cx="3837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PUBLICACIONES           VENTAS TOTALES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323317F-D81D-62E9-A09E-C04480E429A9}"/>
              </a:ext>
            </a:extLst>
          </p:cNvPr>
          <p:cNvSpPr txBox="1"/>
          <p:nvPr/>
        </p:nvSpPr>
        <p:spPr>
          <a:xfrm>
            <a:off x="6269979" y="2062799"/>
            <a:ext cx="3664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chemeClr val="bg1">
                    <a:lumMod val="95000"/>
                  </a:schemeClr>
                </a:solidFill>
              </a:rPr>
              <a:t>            2                                   $100.000</a:t>
            </a:r>
          </a:p>
          <a:p>
            <a:endParaRPr lang="es-CL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775CB9B-56F8-07FC-3380-D1676F52C1DA}"/>
              </a:ext>
            </a:extLst>
          </p:cNvPr>
          <p:cNvSpPr/>
          <p:nvPr/>
        </p:nvSpPr>
        <p:spPr>
          <a:xfrm>
            <a:off x="3032273" y="4321590"/>
            <a:ext cx="695867" cy="67634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000" dirty="0"/>
              <a:t>imagen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4E2E2B0-E48F-F4A1-8096-565EDBA8DC7A}"/>
              </a:ext>
            </a:extLst>
          </p:cNvPr>
          <p:cNvSpPr txBox="1"/>
          <p:nvPr/>
        </p:nvSpPr>
        <p:spPr>
          <a:xfrm>
            <a:off x="3800545" y="4296485"/>
            <a:ext cx="185481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900" dirty="0"/>
              <a:t>Grano Entero · Tueste Medio</a:t>
            </a:r>
          </a:p>
          <a:p>
            <a:pPr algn="l"/>
            <a:r>
              <a:rPr lang="es-MX" sz="900" dirty="0"/>
              <a:t>Tierra de los Incas</a:t>
            </a:r>
          </a:p>
          <a:p>
            <a:pPr algn="l"/>
            <a:r>
              <a:rPr lang="es-MX" sz="900" dirty="0"/>
              <a:t>$9.990</a:t>
            </a:r>
          </a:p>
          <a:p>
            <a:pPr algn="l"/>
            <a:r>
              <a:rPr lang="es-MX" sz="900" dirty="0"/>
              <a:t>Origen: Perú (Cuenca Central)</a:t>
            </a:r>
          </a:p>
          <a:p>
            <a:endParaRPr lang="es-CL" sz="900" dirty="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17B6B88E-CE8A-00A0-2D17-FE83221B7197}"/>
              </a:ext>
            </a:extLst>
          </p:cNvPr>
          <p:cNvSpPr/>
          <p:nvPr/>
        </p:nvSpPr>
        <p:spPr>
          <a:xfrm>
            <a:off x="8051496" y="4445201"/>
            <a:ext cx="625741" cy="24369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000" dirty="0">
                <a:solidFill>
                  <a:schemeClr val="bg1">
                    <a:lumMod val="95000"/>
                  </a:schemeClr>
                </a:solidFill>
              </a:rPr>
              <a:t>Editar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A9B6A49-E6E7-A224-03BA-6AAAA8858785}"/>
              </a:ext>
            </a:extLst>
          </p:cNvPr>
          <p:cNvSpPr txBox="1"/>
          <p:nvPr/>
        </p:nvSpPr>
        <p:spPr>
          <a:xfrm>
            <a:off x="5981094" y="3605034"/>
            <a:ext cx="220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b="1" dirty="0"/>
              <a:t>$9.990   </a:t>
            </a:r>
            <a:r>
              <a:rPr lang="es-MX" sz="1400" dirty="0"/>
              <a:t> 2 VENTAS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719BE678-8E01-E8C7-EE02-49CD7AA5E419}"/>
              </a:ext>
            </a:extLst>
          </p:cNvPr>
          <p:cNvSpPr txBox="1"/>
          <p:nvPr/>
        </p:nvSpPr>
        <p:spPr>
          <a:xfrm>
            <a:off x="5978940" y="4373722"/>
            <a:ext cx="220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b="1" dirty="0"/>
              <a:t>$9.990   </a:t>
            </a:r>
            <a:r>
              <a:rPr lang="es-MX" sz="1400" dirty="0"/>
              <a:t> 2 VENTAS</a:t>
            </a:r>
          </a:p>
        </p:txBody>
      </p:sp>
    </p:spTree>
    <p:extLst>
      <p:ext uri="{BB962C8B-B14F-4D97-AF65-F5344CB8AC3E}">
        <p14:creationId xmlns:p14="http://schemas.microsoft.com/office/powerpoint/2010/main" val="23638069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</TotalTime>
  <Words>813</Words>
  <Application>Microsoft Office PowerPoint</Application>
  <PresentationFormat>Panorámica</PresentationFormat>
  <Paragraphs>283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Inter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Osorio</dc:creator>
  <cp:lastModifiedBy>Sofia Osorio</cp:lastModifiedBy>
  <cp:revision>1</cp:revision>
  <dcterms:created xsi:type="dcterms:W3CDTF">2026-04-27T22:15:09Z</dcterms:created>
  <dcterms:modified xsi:type="dcterms:W3CDTF">2026-04-28T14:59:06Z</dcterms:modified>
</cp:coreProperties>
</file>