
<file path=[Content_Types].xml><?xml version="1.0" encoding="utf-8"?>
<Types xmlns="http://schemas.openxmlformats.org/package/2006/content-types">
  <Default Extension="photo-1495474472287-4d71bcdd2085" ContentType="image/photo-1495474472287-4d71bcdd2085"/>
  <Default Extension="photo-1514432324607-a09d9b4aefdd" ContentType="image/photo-1514432324607-a09d9b4aefdd"/>
  <Default Extension="photo-1559056199-641a0ac8b55e" ContentType="image/photo-1559056199-641a0ac8b55e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56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fia Osorio" userId="265b7080-5772-4045-aded-a4bff660a8c0" providerId="ADAL" clId="{CD3E355D-DB11-4CB6-BC68-D4865428B26C}"/>
    <pc:docChg chg="undo custSel modSld">
      <pc:chgData name="Sofia Osorio" userId="265b7080-5772-4045-aded-a4bff660a8c0" providerId="ADAL" clId="{CD3E355D-DB11-4CB6-BC68-D4865428B26C}" dt="2026-05-25T19:56:01.899" v="45" actId="478"/>
      <pc:docMkLst>
        <pc:docMk/>
      </pc:docMkLst>
      <pc:sldChg chg="addSp modSp mod">
        <pc:chgData name="Sofia Osorio" userId="265b7080-5772-4045-aded-a4bff660a8c0" providerId="ADAL" clId="{CD3E355D-DB11-4CB6-BC68-D4865428B26C}" dt="2026-05-25T16:51:48.732" v="21" actId="123"/>
        <pc:sldMkLst>
          <pc:docMk/>
          <pc:sldMk cId="0" sldId="257"/>
        </pc:sldMkLst>
        <pc:spChg chg="mod">
          <ac:chgData name="Sofia Osorio" userId="265b7080-5772-4045-aded-a4bff660a8c0" providerId="ADAL" clId="{CD3E355D-DB11-4CB6-BC68-D4865428B26C}" dt="2026-05-25T16:51:48.732" v="21" actId="123"/>
          <ac:spMkLst>
            <pc:docMk/>
            <pc:sldMk cId="0" sldId="257"/>
            <ac:spMk id="5" creationId="{00000000-0000-0000-0000-000000000000}"/>
          </ac:spMkLst>
        </pc:spChg>
        <pc:spChg chg="mod">
          <ac:chgData name="Sofia Osorio" userId="265b7080-5772-4045-aded-a4bff660a8c0" providerId="ADAL" clId="{CD3E355D-DB11-4CB6-BC68-D4865428B26C}" dt="2026-05-25T16:49:51.031" v="14" actId="164"/>
          <ac:spMkLst>
            <pc:docMk/>
            <pc:sldMk cId="0" sldId="257"/>
            <ac:spMk id="6" creationId="{00000000-0000-0000-0000-000000000000}"/>
          </ac:spMkLst>
        </pc:spChg>
        <pc:spChg chg="mod">
          <ac:chgData name="Sofia Osorio" userId="265b7080-5772-4045-aded-a4bff660a8c0" providerId="ADAL" clId="{CD3E355D-DB11-4CB6-BC68-D4865428B26C}" dt="2026-05-25T16:49:51.031" v="14" actId="164"/>
          <ac:spMkLst>
            <pc:docMk/>
            <pc:sldMk cId="0" sldId="257"/>
            <ac:spMk id="7" creationId="{00000000-0000-0000-0000-000000000000}"/>
          </ac:spMkLst>
        </pc:spChg>
        <pc:spChg chg="mod">
          <ac:chgData name="Sofia Osorio" userId="265b7080-5772-4045-aded-a4bff660a8c0" providerId="ADAL" clId="{CD3E355D-DB11-4CB6-BC68-D4865428B26C}" dt="2026-05-25T16:49:51.031" v="14" actId="164"/>
          <ac:spMkLst>
            <pc:docMk/>
            <pc:sldMk cId="0" sldId="257"/>
            <ac:spMk id="8" creationId="{00000000-0000-0000-0000-000000000000}"/>
          </ac:spMkLst>
        </pc:spChg>
        <pc:spChg chg="mod">
          <ac:chgData name="Sofia Osorio" userId="265b7080-5772-4045-aded-a4bff660a8c0" providerId="ADAL" clId="{CD3E355D-DB11-4CB6-BC68-D4865428B26C}" dt="2026-05-25T16:49:51.031" v="14" actId="164"/>
          <ac:spMkLst>
            <pc:docMk/>
            <pc:sldMk cId="0" sldId="257"/>
            <ac:spMk id="9" creationId="{00000000-0000-0000-0000-000000000000}"/>
          </ac:spMkLst>
        </pc:spChg>
        <pc:spChg chg="mod">
          <ac:chgData name="Sofia Osorio" userId="265b7080-5772-4045-aded-a4bff660a8c0" providerId="ADAL" clId="{CD3E355D-DB11-4CB6-BC68-D4865428B26C}" dt="2026-05-25T16:49:51.031" v="14" actId="164"/>
          <ac:spMkLst>
            <pc:docMk/>
            <pc:sldMk cId="0" sldId="257"/>
            <ac:spMk id="10" creationId="{00000000-0000-0000-0000-000000000000}"/>
          </ac:spMkLst>
        </pc:spChg>
        <pc:spChg chg="mod">
          <ac:chgData name="Sofia Osorio" userId="265b7080-5772-4045-aded-a4bff660a8c0" providerId="ADAL" clId="{CD3E355D-DB11-4CB6-BC68-D4865428B26C}" dt="2026-05-25T16:49:51.031" v="14" actId="164"/>
          <ac:spMkLst>
            <pc:docMk/>
            <pc:sldMk cId="0" sldId="257"/>
            <ac:spMk id="11" creationId="{00000000-0000-0000-0000-000000000000}"/>
          </ac:spMkLst>
        </pc:spChg>
        <pc:spChg chg="mod">
          <ac:chgData name="Sofia Osorio" userId="265b7080-5772-4045-aded-a4bff660a8c0" providerId="ADAL" clId="{CD3E355D-DB11-4CB6-BC68-D4865428B26C}" dt="2026-05-25T16:49:51.031" v="14" actId="164"/>
          <ac:spMkLst>
            <pc:docMk/>
            <pc:sldMk cId="0" sldId="257"/>
            <ac:spMk id="12" creationId="{00000000-0000-0000-0000-000000000000}"/>
          </ac:spMkLst>
        </pc:spChg>
        <pc:spChg chg="mod">
          <ac:chgData name="Sofia Osorio" userId="265b7080-5772-4045-aded-a4bff660a8c0" providerId="ADAL" clId="{CD3E355D-DB11-4CB6-BC68-D4865428B26C}" dt="2026-05-25T16:49:51.031" v="14" actId="164"/>
          <ac:spMkLst>
            <pc:docMk/>
            <pc:sldMk cId="0" sldId="257"/>
            <ac:spMk id="13" creationId="{00000000-0000-0000-0000-000000000000}"/>
          </ac:spMkLst>
        </pc:spChg>
        <pc:spChg chg="mod">
          <ac:chgData name="Sofia Osorio" userId="265b7080-5772-4045-aded-a4bff660a8c0" providerId="ADAL" clId="{CD3E355D-DB11-4CB6-BC68-D4865428B26C}" dt="2026-05-25T16:49:51.031" v="14" actId="164"/>
          <ac:spMkLst>
            <pc:docMk/>
            <pc:sldMk cId="0" sldId="257"/>
            <ac:spMk id="14" creationId="{00000000-0000-0000-0000-000000000000}"/>
          </ac:spMkLst>
        </pc:spChg>
        <pc:spChg chg="mod">
          <ac:chgData name="Sofia Osorio" userId="265b7080-5772-4045-aded-a4bff660a8c0" providerId="ADAL" clId="{CD3E355D-DB11-4CB6-BC68-D4865428B26C}" dt="2026-05-25T16:49:51.031" v="14" actId="164"/>
          <ac:spMkLst>
            <pc:docMk/>
            <pc:sldMk cId="0" sldId="257"/>
            <ac:spMk id="15" creationId="{00000000-0000-0000-0000-000000000000}"/>
          </ac:spMkLst>
        </pc:spChg>
        <pc:spChg chg="mod">
          <ac:chgData name="Sofia Osorio" userId="265b7080-5772-4045-aded-a4bff660a8c0" providerId="ADAL" clId="{CD3E355D-DB11-4CB6-BC68-D4865428B26C}" dt="2026-05-25T16:49:51.031" v="14" actId="164"/>
          <ac:spMkLst>
            <pc:docMk/>
            <pc:sldMk cId="0" sldId="257"/>
            <ac:spMk id="16" creationId="{00000000-0000-0000-0000-000000000000}"/>
          </ac:spMkLst>
        </pc:spChg>
        <pc:spChg chg="mod">
          <ac:chgData name="Sofia Osorio" userId="265b7080-5772-4045-aded-a4bff660a8c0" providerId="ADAL" clId="{CD3E355D-DB11-4CB6-BC68-D4865428B26C}" dt="2026-05-25T16:49:51.031" v="14" actId="164"/>
          <ac:spMkLst>
            <pc:docMk/>
            <pc:sldMk cId="0" sldId="257"/>
            <ac:spMk id="17" creationId="{00000000-0000-0000-0000-000000000000}"/>
          </ac:spMkLst>
        </pc:spChg>
        <pc:spChg chg="mod">
          <ac:chgData name="Sofia Osorio" userId="265b7080-5772-4045-aded-a4bff660a8c0" providerId="ADAL" clId="{CD3E355D-DB11-4CB6-BC68-D4865428B26C}" dt="2026-05-25T16:49:51.031" v="14" actId="164"/>
          <ac:spMkLst>
            <pc:docMk/>
            <pc:sldMk cId="0" sldId="257"/>
            <ac:spMk id="18" creationId="{00000000-0000-0000-0000-000000000000}"/>
          </ac:spMkLst>
        </pc:spChg>
        <pc:spChg chg="mod">
          <ac:chgData name="Sofia Osorio" userId="265b7080-5772-4045-aded-a4bff660a8c0" providerId="ADAL" clId="{CD3E355D-DB11-4CB6-BC68-D4865428B26C}" dt="2026-05-25T16:49:51.031" v="14" actId="164"/>
          <ac:spMkLst>
            <pc:docMk/>
            <pc:sldMk cId="0" sldId="257"/>
            <ac:spMk id="19" creationId="{00000000-0000-0000-0000-000000000000}"/>
          </ac:spMkLst>
        </pc:spChg>
        <pc:spChg chg="mod">
          <ac:chgData name="Sofia Osorio" userId="265b7080-5772-4045-aded-a4bff660a8c0" providerId="ADAL" clId="{CD3E355D-DB11-4CB6-BC68-D4865428B26C}" dt="2026-05-25T16:49:51.031" v="14" actId="164"/>
          <ac:spMkLst>
            <pc:docMk/>
            <pc:sldMk cId="0" sldId="257"/>
            <ac:spMk id="20" creationId="{00000000-0000-0000-0000-000000000000}"/>
          </ac:spMkLst>
        </pc:spChg>
        <pc:spChg chg="mod">
          <ac:chgData name="Sofia Osorio" userId="265b7080-5772-4045-aded-a4bff660a8c0" providerId="ADAL" clId="{CD3E355D-DB11-4CB6-BC68-D4865428B26C}" dt="2026-05-25T16:49:51.031" v="14" actId="164"/>
          <ac:spMkLst>
            <pc:docMk/>
            <pc:sldMk cId="0" sldId="257"/>
            <ac:spMk id="21" creationId="{00000000-0000-0000-0000-000000000000}"/>
          </ac:spMkLst>
        </pc:spChg>
        <pc:spChg chg="mod">
          <ac:chgData name="Sofia Osorio" userId="265b7080-5772-4045-aded-a4bff660a8c0" providerId="ADAL" clId="{CD3E355D-DB11-4CB6-BC68-D4865428B26C}" dt="2026-05-25T16:49:51.031" v="14" actId="164"/>
          <ac:spMkLst>
            <pc:docMk/>
            <pc:sldMk cId="0" sldId="257"/>
            <ac:spMk id="22" creationId="{00000000-0000-0000-0000-000000000000}"/>
          </ac:spMkLst>
        </pc:spChg>
        <pc:spChg chg="mod">
          <ac:chgData name="Sofia Osorio" userId="265b7080-5772-4045-aded-a4bff660a8c0" providerId="ADAL" clId="{CD3E355D-DB11-4CB6-BC68-D4865428B26C}" dt="2026-05-25T16:49:51.031" v="14" actId="164"/>
          <ac:spMkLst>
            <pc:docMk/>
            <pc:sldMk cId="0" sldId="257"/>
            <ac:spMk id="23" creationId="{00000000-0000-0000-0000-000000000000}"/>
          </ac:spMkLst>
        </pc:spChg>
        <pc:grpChg chg="add mod">
          <ac:chgData name="Sofia Osorio" userId="265b7080-5772-4045-aded-a4bff660a8c0" providerId="ADAL" clId="{CD3E355D-DB11-4CB6-BC68-D4865428B26C}" dt="2026-05-25T16:50:08.924" v="19" actId="1076"/>
          <ac:grpSpMkLst>
            <pc:docMk/>
            <pc:sldMk cId="0" sldId="257"/>
            <ac:grpSpMk id="24" creationId="{6953B4B0-E800-85B4-3E42-793A545215A9}"/>
          </ac:grpSpMkLst>
        </pc:grpChg>
      </pc:sldChg>
      <pc:sldChg chg="delSp modSp mod">
        <pc:chgData name="Sofia Osorio" userId="265b7080-5772-4045-aded-a4bff660a8c0" providerId="ADAL" clId="{CD3E355D-DB11-4CB6-BC68-D4865428B26C}" dt="2026-05-25T19:56:01.899" v="45" actId="478"/>
        <pc:sldMkLst>
          <pc:docMk/>
          <pc:sldMk cId="0" sldId="258"/>
        </pc:sldMkLst>
        <pc:spChg chg="mod">
          <ac:chgData name="Sofia Osorio" userId="265b7080-5772-4045-aded-a4bff660a8c0" providerId="ADAL" clId="{CD3E355D-DB11-4CB6-BC68-D4865428B26C}" dt="2026-05-25T19:55:43.852" v="40" actId="207"/>
          <ac:spMkLst>
            <pc:docMk/>
            <pc:sldMk cId="0" sldId="258"/>
            <ac:spMk id="5" creationId="{00000000-0000-0000-0000-000000000000}"/>
          </ac:spMkLst>
        </pc:spChg>
        <pc:spChg chg="del">
          <ac:chgData name="Sofia Osorio" userId="265b7080-5772-4045-aded-a4bff660a8c0" providerId="ADAL" clId="{CD3E355D-DB11-4CB6-BC68-D4865428B26C}" dt="2026-05-25T19:55:55.572" v="41" actId="478"/>
          <ac:spMkLst>
            <pc:docMk/>
            <pc:sldMk cId="0" sldId="258"/>
            <ac:spMk id="7" creationId="{00000000-0000-0000-0000-000000000000}"/>
          </ac:spMkLst>
        </pc:spChg>
        <pc:spChg chg="del">
          <ac:chgData name="Sofia Osorio" userId="265b7080-5772-4045-aded-a4bff660a8c0" providerId="ADAL" clId="{CD3E355D-DB11-4CB6-BC68-D4865428B26C}" dt="2026-05-25T19:55:55.572" v="41" actId="478"/>
          <ac:spMkLst>
            <pc:docMk/>
            <pc:sldMk cId="0" sldId="258"/>
            <ac:spMk id="8" creationId="{00000000-0000-0000-0000-000000000000}"/>
          </ac:spMkLst>
        </pc:spChg>
        <pc:spChg chg="del">
          <ac:chgData name="Sofia Osorio" userId="265b7080-5772-4045-aded-a4bff660a8c0" providerId="ADAL" clId="{CD3E355D-DB11-4CB6-BC68-D4865428B26C}" dt="2026-05-25T19:55:55.572" v="41" actId="478"/>
          <ac:spMkLst>
            <pc:docMk/>
            <pc:sldMk cId="0" sldId="258"/>
            <ac:spMk id="9" creationId="{00000000-0000-0000-0000-000000000000}"/>
          </ac:spMkLst>
        </pc:spChg>
        <pc:spChg chg="del">
          <ac:chgData name="Sofia Osorio" userId="265b7080-5772-4045-aded-a4bff660a8c0" providerId="ADAL" clId="{CD3E355D-DB11-4CB6-BC68-D4865428B26C}" dt="2026-05-25T19:55:55.572" v="41" actId="478"/>
          <ac:spMkLst>
            <pc:docMk/>
            <pc:sldMk cId="0" sldId="258"/>
            <ac:spMk id="10" creationId="{00000000-0000-0000-0000-000000000000}"/>
          </ac:spMkLst>
        </pc:spChg>
        <pc:spChg chg="del">
          <ac:chgData name="Sofia Osorio" userId="265b7080-5772-4045-aded-a4bff660a8c0" providerId="ADAL" clId="{CD3E355D-DB11-4CB6-BC68-D4865428B26C}" dt="2026-05-25T19:55:55.572" v="41" actId="478"/>
          <ac:spMkLst>
            <pc:docMk/>
            <pc:sldMk cId="0" sldId="258"/>
            <ac:spMk id="11" creationId="{00000000-0000-0000-0000-000000000000}"/>
          </ac:spMkLst>
        </pc:spChg>
        <pc:spChg chg="del">
          <ac:chgData name="Sofia Osorio" userId="265b7080-5772-4045-aded-a4bff660a8c0" providerId="ADAL" clId="{CD3E355D-DB11-4CB6-BC68-D4865428B26C}" dt="2026-05-25T19:55:55.572" v="41" actId="478"/>
          <ac:spMkLst>
            <pc:docMk/>
            <pc:sldMk cId="0" sldId="258"/>
            <ac:spMk id="12" creationId="{00000000-0000-0000-0000-000000000000}"/>
          </ac:spMkLst>
        </pc:spChg>
        <pc:spChg chg="del">
          <ac:chgData name="Sofia Osorio" userId="265b7080-5772-4045-aded-a4bff660a8c0" providerId="ADAL" clId="{CD3E355D-DB11-4CB6-BC68-D4865428B26C}" dt="2026-05-25T19:55:55.572" v="41" actId="478"/>
          <ac:spMkLst>
            <pc:docMk/>
            <pc:sldMk cId="0" sldId="258"/>
            <ac:spMk id="13" creationId="{00000000-0000-0000-0000-000000000000}"/>
          </ac:spMkLst>
        </pc:spChg>
        <pc:spChg chg="del">
          <ac:chgData name="Sofia Osorio" userId="265b7080-5772-4045-aded-a4bff660a8c0" providerId="ADAL" clId="{CD3E355D-DB11-4CB6-BC68-D4865428B26C}" dt="2026-05-25T19:55:55.572" v="41" actId="478"/>
          <ac:spMkLst>
            <pc:docMk/>
            <pc:sldMk cId="0" sldId="258"/>
            <ac:spMk id="14" creationId="{00000000-0000-0000-0000-000000000000}"/>
          </ac:spMkLst>
        </pc:spChg>
        <pc:spChg chg="del mod">
          <ac:chgData name="Sofia Osorio" userId="265b7080-5772-4045-aded-a4bff660a8c0" providerId="ADAL" clId="{CD3E355D-DB11-4CB6-BC68-D4865428B26C}" dt="2026-05-25T19:55:57.527" v="43" actId="478"/>
          <ac:spMkLst>
            <pc:docMk/>
            <pc:sldMk cId="0" sldId="258"/>
            <ac:spMk id="15" creationId="{00000000-0000-0000-0000-000000000000}"/>
          </ac:spMkLst>
        </pc:spChg>
        <pc:spChg chg="del">
          <ac:chgData name="Sofia Osorio" userId="265b7080-5772-4045-aded-a4bff660a8c0" providerId="ADAL" clId="{CD3E355D-DB11-4CB6-BC68-D4865428B26C}" dt="2026-05-25T19:56:01.899" v="45" actId="478"/>
          <ac:spMkLst>
            <pc:docMk/>
            <pc:sldMk cId="0" sldId="258"/>
            <ac:spMk id="16" creationId="{00000000-0000-0000-0000-000000000000}"/>
          </ac:spMkLst>
        </pc:spChg>
        <pc:spChg chg="del">
          <ac:chgData name="Sofia Osorio" userId="265b7080-5772-4045-aded-a4bff660a8c0" providerId="ADAL" clId="{CD3E355D-DB11-4CB6-BC68-D4865428B26C}" dt="2026-05-25T19:56:00.802" v="44" actId="478"/>
          <ac:spMkLst>
            <pc:docMk/>
            <pc:sldMk cId="0" sldId="258"/>
            <ac:spMk id="17" creationId="{00000000-0000-0000-0000-000000000000}"/>
          </ac:spMkLst>
        </pc:spChg>
      </pc:sldChg>
      <pc:sldChg chg="modSp mod">
        <pc:chgData name="Sofia Osorio" userId="265b7080-5772-4045-aded-a4bff660a8c0" providerId="ADAL" clId="{CD3E355D-DB11-4CB6-BC68-D4865428B26C}" dt="2026-05-25T16:51:23.443" v="20" actId="1076"/>
        <pc:sldMkLst>
          <pc:docMk/>
          <pc:sldMk cId="0" sldId="260"/>
        </pc:sldMkLst>
        <pc:spChg chg="mod">
          <ac:chgData name="Sofia Osorio" userId="265b7080-5772-4045-aded-a4bff660a8c0" providerId="ADAL" clId="{CD3E355D-DB11-4CB6-BC68-D4865428B26C}" dt="2026-05-25T16:51:23.443" v="20" actId="1076"/>
          <ac:spMkLst>
            <pc:docMk/>
            <pc:sldMk cId="0" sldId="260"/>
            <ac:spMk id="20" creationId="{00000000-0000-0000-0000-000000000000}"/>
          </ac:spMkLst>
        </pc:spChg>
        <pc:spChg chg="mod">
          <ac:chgData name="Sofia Osorio" userId="265b7080-5772-4045-aded-a4bff660a8c0" providerId="ADAL" clId="{CD3E355D-DB11-4CB6-BC68-D4865428B26C}" dt="2026-05-25T16:51:23.443" v="20" actId="1076"/>
          <ac:spMkLst>
            <pc:docMk/>
            <pc:sldMk cId="0" sldId="260"/>
            <ac:spMk id="21" creationId="{00000000-0000-0000-0000-000000000000}"/>
          </ac:spMkLst>
        </pc:spChg>
        <pc:spChg chg="mod">
          <ac:chgData name="Sofia Osorio" userId="265b7080-5772-4045-aded-a4bff660a8c0" providerId="ADAL" clId="{CD3E355D-DB11-4CB6-BC68-D4865428B26C}" dt="2026-05-25T16:51:23.443" v="20" actId="1076"/>
          <ac:spMkLst>
            <pc:docMk/>
            <pc:sldMk cId="0" sldId="260"/>
            <ac:spMk id="22" creationId="{00000000-0000-0000-0000-000000000000}"/>
          </ac:spMkLst>
        </pc:spChg>
        <pc:spChg chg="mod">
          <ac:chgData name="Sofia Osorio" userId="265b7080-5772-4045-aded-a4bff660a8c0" providerId="ADAL" clId="{CD3E355D-DB11-4CB6-BC68-D4865428B26C}" dt="2026-05-25T16:51:23.443" v="20" actId="1076"/>
          <ac:spMkLst>
            <pc:docMk/>
            <pc:sldMk cId="0" sldId="260"/>
            <ac:spMk id="23" creationId="{00000000-0000-0000-0000-000000000000}"/>
          </ac:spMkLst>
        </pc:spChg>
        <pc:spChg chg="mod">
          <ac:chgData name="Sofia Osorio" userId="265b7080-5772-4045-aded-a4bff660a8c0" providerId="ADAL" clId="{CD3E355D-DB11-4CB6-BC68-D4865428B26C}" dt="2026-05-25T16:51:23.443" v="20" actId="1076"/>
          <ac:spMkLst>
            <pc:docMk/>
            <pc:sldMk cId="0" sldId="260"/>
            <ac:spMk id="24" creationId="{00000000-0000-0000-0000-000000000000}"/>
          </ac:spMkLst>
        </pc:spChg>
        <pc:spChg chg="mod">
          <ac:chgData name="Sofia Osorio" userId="265b7080-5772-4045-aded-a4bff660a8c0" providerId="ADAL" clId="{CD3E355D-DB11-4CB6-BC68-D4865428B26C}" dt="2026-05-25T16:51:23.443" v="20" actId="1076"/>
          <ac:spMkLst>
            <pc:docMk/>
            <pc:sldMk cId="0" sldId="260"/>
            <ac:spMk id="25" creationId="{00000000-0000-0000-0000-000000000000}"/>
          </ac:spMkLst>
        </pc:spChg>
        <pc:spChg chg="mod">
          <ac:chgData name="Sofia Osorio" userId="265b7080-5772-4045-aded-a4bff660a8c0" providerId="ADAL" clId="{CD3E355D-DB11-4CB6-BC68-D4865428B26C}" dt="2026-05-25T16:51:23.443" v="20" actId="1076"/>
          <ac:spMkLst>
            <pc:docMk/>
            <pc:sldMk cId="0" sldId="260"/>
            <ac:spMk id="26" creationId="{00000000-0000-0000-0000-000000000000}"/>
          </ac:spMkLst>
        </pc:spChg>
        <pc:spChg chg="mod">
          <ac:chgData name="Sofia Osorio" userId="265b7080-5772-4045-aded-a4bff660a8c0" providerId="ADAL" clId="{CD3E355D-DB11-4CB6-BC68-D4865428B26C}" dt="2026-05-25T16:51:23.443" v="20" actId="1076"/>
          <ac:spMkLst>
            <pc:docMk/>
            <pc:sldMk cId="0" sldId="260"/>
            <ac:spMk id="27" creationId="{00000000-0000-0000-0000-000000000000}"/>
          </ac:spMkLst>
        </pc:spChg>
        <pc:spChg chg="mod">
          <ac:chgData name="Sofia Osorio" userId="265b7080-5772-4045-aded-a4bff660a8c0" providerId="ADAL" clId="{CD3E355D-DB11-4CB6-BC68-D4865428B26C}" dt="2026-05-25T16:51:23.443" v="20" actId="1076"/>
          <ac:spMkLst>
            <pc:docMk/>
            <pc:sldMk cId="0" sldId="260"/>
            <ac:spMk id="28" creationId="{00000000-0000-0000-0000-000000000000}"/>
          </ac:spMkLst>
        </pc:spChg>
        <pc:spChg chg="mod">
          <ac:chgData name="Sofia Osorio" userId="265b7080-5772-4045-aded-a4bff660a8c0" providerId="ADAL" clId="{CD3E355D-DB11-4CB6-BC68-D4865428B26C}" dt="2026-05-25T16:51:23.443" v="20" actId="1076"/>
          <ac:spMkLst>
            <pc:docMk/>
            <pc:sldMk cId="0" sldId="260"/>
            <ac:spMk id="29" creationId="{00000000-0000-0000-0000-000000000000}"/>
          </ac:spMkLst>
        </pc:spChg>
        <pc:spChg chg="mod">
          <ac:chgData name="Sofia Osorio" userId="265b7080-5772-4045-aded-a4bff660a8c0" providerId="ADAL" clId="{CD3E355D-DB11-4CB6-BC68-D4865428B26C}" dt="2026-05-25T16:51:23.443" v="20" actId="1076"/>
          <ac:spMkLst>
            <pc:docMk/>
            <pc:sldMk cId="0" sldId="260"/>
            <ac:spMk id="30" creationId="{00000000-0000-0000-0000-000000000000}"/>
          </ac:spMkLst>
        </pc:spChg>
        <pc:spChg chg="mod">
          <ac:chgData name="Sofia Osorio" userId="265b7080-5772-4045-aded-a4bff660a8c0" providerId="ADAL" clId="{CD3E355D-DB11-4CB6-BC68-D4865428B26C}" dt="2026-05-25T16:51:23.443" v="20" actId="1076"/>
          <ac:spMkLst>
            <pc:docMk/>
            <pc:sldMk cId="0" sldId="260"/>
            <ac:spMk id="31" creationId="{00000000-0000-0000-0000-000000000000}"/>
          </ac:spMkLst>
        </pc:spChg>
        <pc:spChg chg="mod">
          <ac:chgData name="Sofia Osorio" userId="265b7080-5772-4045-aded-a4bff660a8c0" providerId="ADAL" clId="{CD3E355D-DB11-4CB6-BC68-D4865428B26C}" dt="2026-05-25T16:51:23.443" v="20" actId="1076"/>
          <ac:spMkLst>
            <pc:docMk/>
            <pc:sldMk cId="0" sldId="260"/>
            <ac:spMk id="32" creationId="{00000000-0000-0000-0000-000000000000}"/>
          </ac:spMkLst>
        </pc:spChg>
        <pc:spChg chg="mod">
          <ac:chgData name="Sofia Osorio" userId="265b7080-5772-4045-aded-a4bff660a8c0" providerId="ADAL" clId="{CD3E355D-DB11-4CB6-BC68-D4865428B26C}" dt="2026-05-25T16:51:23.443" v="20" actId="1076"/>
          <ac:spMkLst>
            <pc:docMk/>
            <pc:sldMk cId="0" sldId="260"/>
            <ac:spMk id="33" creationId="{00000000-0000-0000-0000-000000000000}"/>
          </ac:spMkLst>
        </pc:spChg>
        <pc:spChg chg="mod">
          <ac:chgData name="Sofia Osorio" userId="265b7080-5772-4045-aded-a4bff660a8c0" providerId="ADAL" clId="{CD3E355D-DB11-4CB6-BC68-D4865428B26C}" dt="2026-05-25T16:51:23.443" v="20" actId="1076"/>
          <ac:spMkLst>
            <pc:docMk/>
            <pc:sldMk cId="0" sldId="260"/>
            <ac:spMk id="34" creationId="{00000000-0000-0000-0000-000000000000}"/>
          </ac:spMkLst>
        </pc:spChg>
      </pc:sldChg>
      <pc:sldChg chg="modSp mod">
        <pc:chgData name="Sofia Osorio" userId="265b7080-5772-4045-aded-a4bff660a8c0" providerId="ADAL" clId="{CD3E355D-DB11-4CB6-BC68-D4865428B26C}" dt="2026-05-25T19:35:59.054" v="36" actId="20577"/>
        <pc:sldMkLst>
          <pc:docMk/>
          <pc:sldMk cId="0" sldId="262"/>
        </pc:sldMkLst>
        <pc:spChg chg="mod">
          <ac:chgData name="Sofia Osorio" userId="265b7080-5772-4045-aded-a4bff660a8c0" providerId="ADAL" clId="{CD3E355D-DB11-4CB6-BC68-D4865428B26C}" dt="2026-05-25T19:35:52.083" v="34" actId="20577"/>
          <ac:spMkLst>
            <pc:docMk/>
            <pc:sldMk cId="0" sldId="262"/>
            <ac:spMk id="10" creationId="{00000000-0000-0000-0000-000000000000}"/>
          </ac:spMkLst>
        </pc:spChg>
        <pc:spChg chg="mod">
          <ac:chgData name="Sofia Osorio" userId="265b7080-5772-4045-aded-a4bff660a8c0" providerId="ADAL" clId="{CD3E355D-DB11-4CB6-BC68-D4865428B26C}" dt="2026-05-25T19:35:59.054" v="36" actId="20577"/>
          <ac:spMkLst>
            <pc:docMk/>
            <pc:sldMk cId="0" sldId="262"/>
            <ac:spMk id="13" creationId="{00000000-0000-0000-0000-000000000000}"/>
          </ac:spMkLst>
        </pc:spChg>
      </pc:sldChg>
      <pc:sldChg chg="modSp mod">
        <pc:chgData name="Sofia Osorio" userId="265b7080-5772-4045-aded-a4bff660a8c0" providerId="ADAL" clId="{CD3E355D-DB11-4CB6-BC68-D4865428B26C}" dt="2026-05-25T16:52:01.603" v="24" actId="123"/>
        <pc:sldMkLst>
          <pc:docMk/>
          <pc:sldMk cId="0" sldId="263"/>
        </pc:sldMkLst>
        <pc:spChg chg="mod">
          <ac:chgData name="Sofia Osorio" userId="265b7080-5772-4045-aded-a4bff660a8c0" providerId="ADAL" clId="{CD3E355D-DB11-4CB6-BC68-D4865428B26C}" dt="2026-05-25T16:51:56.660" v="22" actId="123"/>
          <ac:spMkLst>
            <pc:docMk/>
            <pc:sldMk cId="0" sldId="263"/>
            <ac:spMk id="10" creationId="{00000000-0000-0000-0000-000000000000}"/>
          </ac:spMkLst>
        </pc:spChg>
        <pc:spChg chg="mod">
          <ac:chgData name="Sofia Osorio" userId="265b7080-5772-4045-aded-a4bff660a8c0" providerId="ADAL" clId="{CD3E355D-DB11-4CB6-BC68-D4865428B26C}" dt="2026-05-25T16:51:59.364" v="23" actId="123"/>
          <ac:spMkLst>
            <pc:docMk/>
            <pc:sldMk cId="0" sldId="263"/>
            <ac:spMk id="16" creationId="{00000000-0000-0000-0000-000000000000}"/>
          </ac:spMkLst>
        </pc:spChg>
        <pc:spChg chg="mod">
          <ac:chgData name="Sofia Osorio" userId="265b7080-5772-4045-aded-a4bff660a8c0" providerId="ADAL" clId="{CD3E355D-DB11-4CB6-BC68-D4865428B26C}" dt="2026-05-25T16:52:01.603" v="24" actId="123"/>
          <ac:spMkLst>
            <pc:docMk/>
            <pc:sldMk cId="0" sldId="263"/>
            <ac:spMk id="22" creationId="{00000000-0000-0000-0000-000000000000}"/>
          </ac:spMkLst>
        </pc:spChg>
      </pc:sldChg>
      <pc:sldChg chg="modSp mod">
        <pc:chgData name="Sofia Osorio" userId="265b7080-5772-4045-aded-a4bff660a8c0" providerId="ADAL" clId="{CD3E355D-DB11-4CB6-BC68-D4865428B26C}" dt="2026-05-25T16:52:46.092" v="33" actId="108"/>
        <pc:sldMkLst>
          <pc:docMk/>
          <pc:sldMk cId="0" sldId="264"/>
        </pc:sldMkLst>
        <pc:spChg chg="mod">
          <ac:chgData name="Sofia Osorio" userId="265b7080-5772-4045-aded-a4bff660a8c0" providerId="ADAL" clId="{CD3E355D-DB11-4CB6-BC68-D4865428B26C}" dt="2026-05-25T16:52:42.242" v="31" actId="207"/>
          <ac:spMkLst>
            <pc:docMk/>
            <pc:sldMk cId="0" sldId="264"/>
            <ac:spMk id="5" creationId="{00000000-0000-0000-0000-000000000000}"/>
          </ac:spMkLst>
        </pc:spChg>
        <pc:spChg chg="mod">
          <ac:chgData name="Sofia Osorio" userId="265b7080-5772-4045-aded-a4bff660a8c0" providerId="ADAL" clId="{CD3E355D-DB11-4CB6-BC68-D4865428B26C}" dt="2026-05-25T16:52:23.745" v="26" actId="207"/>
          <ac:spMkLst>
            <pc:docMk/>
            <pc:sldMk cId="0" sldId="264"/>
            <ac:spMk id="8" creationId="{00000000-0000-0000-0000-000000000000}"/>
          </ac:spMkLst>
        </pc:spChg>
        <pc:spChg chg="mod">
          <ac:chgData name="Sofia Osorio" userId="265b7080-5772-4045-aded-a4bff660a8c0" providerId="ADAL" clId="{CD3E355D-DB11-4CB6-BC68-D4865428B26C}" dt="2026-05-25T16:52:43.856" v="32" actId="108"/>
          <ac:spMkLst>
            <pc:docMk/>
            <pc:sldMk cId="0" sldId="264"/>
            <ac:spMk id="11" creationId="{00000000-0000-0000-0000-000000000000}"/>
          </ac:spMkLst>
        </pc:spChg>
        <pc:spChg chg="mod">
          <ac:chgData name="Sofia Osorio" userId="265b7080-5772-4045-aded-a4bff660a8c0" providerId="ADAL" clId="{CD3E355D-DB11-4CB6-BC68-D4865428B26C}" dt="2026-05-25T16:52:30.481" v="29" actId="207"/>
          <ac:spMkLst>
            <pc:docMk/>
            <pc:sldMk cId="0" sldId="264"/>
            <ac:spMk id="14" creationId="{00000000-0000-0000-0000-000000000000}"/>
          </ac:spMkLst>
        </pc:spChg>
        <pc:spChg chg="mod">
          <ac:chgData name="Sofia Osorio" userId="265b7080-5772-4045-aded-a4bff660a8c0" providerId="ADAL" clId="{CD3E355D-DB11-4CB6-BC68-D4865428B26C}" dt="2026-05-25T16:52:46.092" v="33" actId="108"/>
          <ac:spMkLst>
            <pc:docMk/>
            <pc:sldMk cId="0" sldId="264"/>
            <ac:spMk id="17" creationId="{00000000-0000-0000-0000-000000000000}"/>
          </ac:spMkLst>
        </pc:spChg>
        <pc:spChg chg="mod">
          <ac:chgData name="Sofia Osorio" userId="265b7080-5772-4045-aded-a4bff660a8c0" providerId="ADAL" clId="{CD3E355D-DB11-4CB6-BC68-D4865428B26C}" dt="2026-05-25T16:52:35.631" v="30" actId="207"/>
          <ac:spMkLst>
            <pc:docMk/>
            <pc:sldMk cId="0" sldId="264"/>
            <ac:spMk id="2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0957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hoto-1495474472287-4d71bcdd2085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hoto-1514432324607-a09d9b4aefdd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hoto-1559056199-641a0ac8b55e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unsplash.com/photo-1495474472287-4d71bcdd2085?w=1200&amp;auto=format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0058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 PROYECTO FINAL   ★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0" b="1" kern="0" spc="-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MktCafé</a:t>
            </a:r>
            <a:endParaRPr lang="en-US" sz="7600" dirty="0"/>
          </a:p>
        </p:txBody>
      </p:sp>
      <p:sp>
        <p:nvSpPr>
          <p:cNvPr id="5" name="Text 2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productor a tu taza.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3291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de café de especialidad · SPA Full Stack + React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7823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Sofía Osorio  ·  Desafío Latam Full Stack + React  ·  Hito 5 — Presentación del Proyecto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4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· PROBLEMÁTICA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8229600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¿Cuál es el problema?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347472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25296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5000"/>
              </a:lnSpc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Chile tiene una comunidad creciente de amantes del café de especialidad. Sin embargo, no existe un espacio digital dedicado donde productores y tostadores artesanales puedan vender directamente a consumidores finales, con información real y transparente.</a:t>
            </a:r>
            <a:endParaRPr lang="en-US" sz="1100" dirty="0"/>
          </a:p>
        </p:txBody>
      </p:sp>
      <p:grpSp>
        <p:nvGrpSpPr>
          <p:cNvPr id="24" name="Grupo 23">
            <a:extLst>
              <a:ext uri="{FF2B5EF4-FFF2-40B4-BE49-F238E27FC236}">
                <a16:creationId xmlns:a16="http://schemas.microsoft.com/office/drawing/2014/main" id="{6953B4B0-E800-85B4-3E42-793A545215A9}"/>
              </a:ext>
            </a:extLst>
          </p:cNvPr>
          <p:cNvGrpSpPr/>
          <p:nvPr/>
        </p:nvGrpSpPr>
        <p:grpSpPr>
          <a:xfrm>
            <a:off x="502920" y="2700337"/>
            <a:ext cx="7736619" cy="2314575"/>
            <a:chOff x="502920" y="2157984"/>
            <a:chExt cx="8458200" cy="2633472"/>
          </a:xfrm>
        </p:grpSpPr>
        <p:sp>
          <p:nvSpPr>
            <p:cNvPr id="6" name="Shape 4"/>
            <p:cNvSpPr/>
            <p:nvPr/>
          </p:nvSpPr>
          <p:spPr>
            <a:xfrm>
              <a:off x="502920" y="2157984"/>
              <a:ext cx="2697480" cy="2633472"/>
            </a:xfrm>
            <a:prstGeom prst="rect">
              <a:avLst/>
            </a:prstGeom>
            <a:solidFill>
              <a:srgbClr val="F9F9F9"/>
            </a:solidFill>
            <a:ln w="6350">
              <a:solidFill>
                <a:srgbClr val="EEEEEE"/>
              </a:solidFill>
              <a:prstDash val="solid"/>
            </a:ln>
          </p:spPr>
        </p:sp>
        <p:sp>
          <p:nvSpPr>
            <p:cNvPr id="7" name="Shape 5"/>
            <p:cNvSpPr/>
            <p:nvPr/>
          </p:nvSpPr>
          <p:spPr>
            <a:xfrm>
              <a:off x="502920" y="2157984"/>
              <a:ext cx="2697480" cy="6401"/>
            </a:xfrm>
            <a:prstGeom prst="rect">
              <a:avLst/>
            </a:prstGeom>
            <a:solidFill>
              <a:srgbClr val="111111"/>
            </a:solidFill>
            <a:ln w="12700">
              <a:solidFill>
                <a:srgbClr val="111111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667512" y="2322576"/>
              <a:ext cx="2368296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700" kern="0" spc="300" dirty="0">
                  <a:solidFill>
                    <a:srgbClr val="BBBBB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CONSUMIDOR</a:t>
              </a:r>
              <a:endParaRPr lang="en-US" sz="7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667512" y="2560320"/>
              <a:ext cx="2368296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11111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Acceso limitado</a:t>
              </a:r>
              <a:endParaRPr lang="en-US" sz="13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667512" y="2980944"/>
              <a:ext cx="219456" cy="6401"/>
            </a:xfrm>
            <a:prstGeom prst="rect">
              <a:avLst/>
            </a:prstGeom>
            <a:solidFill>
              <a:srgbClr val="EEEEEE"/>
            </a:solidFill>
            <a:ln w="12700">
              <a:solidFill>
                <a:srgbClr val="EEEEEE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667512" y="3108960"/>
              <a:ext cx="2368296" cy="15361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95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El comprador no sabe dónde adquirir café de origen con información real sobre tueste, molienda y región de cultivo.</a:t>
              </a:r>
              <a:endParaRPr lang="en-US" sz="95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3383280" y="2157984"/>
              <a:ext cx="2697480" cy="2633472"/>
            </a:xfrm>
            <a:prstGeom prst="rect">
              <a:avLst/>
            </a:prstGeom>
            <a:solidFill>
              <a:srgbClr val="F9F9F9"/>
            </a:solidFill>
            <a:ln w="6350">
              <a:solidFill>
                <a:srgbClr val="EEEEEE"/>
              </a:solidFill>
              <a:prstDash val="solid"/>
            </a:ln>
          </p:spPr>
        </p:sp>
        <p:sp>
          <p:nvSpPr>
            <p:cNvPr id="13" name="Shape 11"/>
            <p:cNvSpPr/>
            <p:nvPr/>
          </p:nvSpPr>
          <p:spPr>
            <a:xfrm>
              <a:off x="3383280" y="2157984"/>
              <a:ext cx="2697480" cy="6401"/>
            </a:xfrm>
            <a:prstGeom prst="rect">
              <a:avLst/>
            </a:prstGeom>
            <a:solidFill>
              <a:srgbClr val="111111"/>
            </a:solidFill>
            <a:ln w="12700">
              <a:solidFill>
                <a:srgbClr val="111111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3547872" y="2322576"/>
              <a:ext cx="2368296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700" kern="0" spc="300" dirty="0">
                  <a:solidFill>
                    <a:srgbClr val="BBBBB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VENDEDOR</a:t>
              </a:r>
              <a:endParaRPr lang="en-US" sz="7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3547872" y="2560320"/>
              <a:ext cx="2368296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11111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Visibilidad nula</a:t>
              </a:r>
              <a:endParaRPr lang="en-US" sz="13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3547872" y="2980944"/>
              <a:ext cx="219456" cy="6401"/>
            </a:xfrm>
            <a:prstGeom prst="rect">
              <a:avLst/>
            </a:prstGeom>
            <a:solidFill>
              <a:srgbClr val="EEEEEE"/>
            </a:solidFill>
            <a:ln w="12700">
              <a:solidFill>
                <a:srgbClr val="EEEEEE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3547872" y="3108960"/>
              <a:ext cx="2368296" cy="15361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95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Productores y tostadores artesanales carecen de un canal de venta online propio adaptado a su nicho.</a:t>
              </a:r>
              <a:endParaRPr lang="en-US" sz="95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6263640" y="2157984"/>
              <a:ext cx="2697480" cy="2633472"/>
            </a:xfrm>
            <a:prstGeom prst="rect">
              <a:avLst/>
            </a:prstGeom>
            <a:solidFill>
              <a:srgbClr val="F9F9F9"/>
            </a:solidFill>
            <a:ln w="6350">
              <a:solidFill>
                <a:srgbClr val="EEEEEE"/>
              </a:solidFill>
              <a:prstDash val="solid"/>
            </a:ln>
          </p:spPr>
        </p:sp>
        <p:sp>
          <p:nvSpPr>
            <p:cNvPr id="19" name="Shape 17"/>
            <p:cNvSpPr/>
            <p:nvPr/>
          </p:nvSpPr>
          <p:spPr>
            <a:xfrm>
              <a:off x="6263640" y="2157984"/>
              <a:ext cx="2697480" cy="6401"/>
            </a:xfrm>
            <a:prstGeom prst="rect">
              <a:avLst/>
            </a:prstGeom>
            <a:solidFill>
              <a:srgbClr val="111111"/>
            </a:solidFill>
            <a:ln w="12700">
              <a:solidFill>
                <a:srgbClr val="111111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6428232" y="2322576"/>
              <a:ext cx="2368296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700" kern="0" spc="300" dirty="0">
                  <a:solidFill>
                    <a:srgbClr val="BBBBB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COMUNIDAD</a:t>
              </a:r>
              <a:endParaRPr lang="en-US" sz="7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6428232" y="2560320"/>
              <a:ext cx="2368296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111111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Sin ecosistema</a:t>
              </a:r>
              <a:endParaRPr lang="en-US" sz="13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6428232" y="2980944"/>
              <a:ext cx="219456" cy="6401"/>
            </a:xfrm>
            <a:prstGeom prst="rect">
              <a:avLst/>
            </a:prstGeom>
            <a:solidFill>
              <a:srgbClr val="EEEEEE"/>
            </a:solidFill>
            <a:ln w="12700">
              <a:solidFill>
                <a:srgbClr val="EEEEEE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6428232" y="3108960"/>
              <a:ext cx="2368296" cy="15361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95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 hay plataforma que conecte a ambos actores en un espacio especializado en café de especialidad.</a:t>
              </a:r>
              <a:endParaRPr lang="en-US" sz="950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unsplash.com/photo-1514432324607-a09d9b4aefdd?w=800&amp;auto=format"/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5029200" y="0"/>
            <a:ext cx="41148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502920" y="585216"/>
            <a:ext cx="4572000" cy="92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MktCafé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502920" y="155448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3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marketplace SPA donde tostadores</a:t>
            </a:r>
            <a:endParaRPr lang="en-US" sz="1300" dirty="0">
              <a:solidFill>
                <a:schemeClr val="bg1">
                  <a:lumMod val="85000"/>
                </a:schemeClr>
              </a:solidFill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en-US" sz="13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productores publican sus cafés</a:t>
            </a:r>
            <a:endParaRPr lang="en-US" sz="1300" dirty="0">
              <a:solidFill>
                <a:schemeClr val="bg1">
                  <a:lumMod val="85000"/>
                </a:schemeClr>
              </a:solidFill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en-US" sz="13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consumidores los descubren y compran.</a:t>
            </a:r>
            <a:endParaRPr lang="en-US" sz="13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Shape 3"/>
          <p:cNvSpPr/>
          <p:nvPr/>
        </p:nvSpPr>
        <p:spPr>
          <a:xfrm>
            <a:off x="502920" y="2615184"/>
            <a:ext cx="347472" cy="7315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4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EXPERIENCIA DE USUARIO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8229600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Flujo del Comprador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347472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71600"/>
            <a:ext cx="274320" cy="2743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" y="133502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— Ver cafés destacados y acceder a la tienda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920240"/>
            <a:ext cx="274320" cy="2743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50392" y="188366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 — Buscar, filtrar por tueste y molienda, ordenar por precio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468880"/>
            <a:ext cx="274320" cy="2743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50392" y="243230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— Ver descripción, origen, stock y perfil del vendedor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3017520"/>
            <a:ext cx="274320" cy="2743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017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0392" y="298094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Carrito — Ajustar cantidades, revisar subtotal + envío ($3.000)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3566160"/>
            <a:ext cx="274320" cy="2743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50392" y="352958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— Confirmar orden (requiere sesión activa)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19472" y="1042416"/>
            <a:ext cx="3977640" cy="3767328"/>
          </a:xfrm>
          <a:prstGeom prst="rect">
            <a:avLst/>
          </a:prstGeom>
          <a:solidFill>
            <a:srgbClr val="F9F9F9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19472" y="1042416"/>
            <a:ext cx="3977640" cy="6401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02352" y="115214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3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CLAVE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5102352" y="1481328"/>
            <a:ext cx="3611880" cy="6401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02352" y="153619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Búsqueda en tiempo real (nombre, descripción, origen)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102352" y="1920240"/>
            <a:ext cx="3611880" cy="6401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02352" y="1975104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Filtro por tueste: Medio · Italiano · Claro · Oscuro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102352" y="2359152"/>
            <a:ext cx="3611880" cy="6401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02352" y="2414016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Filtro por molienda: Grano entero, Media, Fina, Gruesa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102352" y="2798064"/>
            <a:ext cx="3611880" cy="6401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02352" y="2852928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Pills de categoría para filtrado rápido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102352" y="3236976"/>
            <a:ext cx="3611880" cy="6401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02352" y="329184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Ordenamiento: más reciente / precio asc / precio desc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102352" y="3675888"/>
            <a:ext cx="3611880" cy="6401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02352" y="373075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Carrito persistente con Context API + useReducer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102352" y="4114800"/>
            <a:ext cx="3611880" cy="6401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02352" y="4169664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Checkout conectado a API REST de órdenes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ROL VENDEDOR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8229600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Flujo del Vendedor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347472" cy="7315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71600"/>
            <a:ext cx="274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" y="133502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— Crear cuenta con email y contraseña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920240"/>
            <a:ext cx="274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50392" y="188366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— Autenticación JWT con token persistido en localStorage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468880"/>
            <a:ext cx="274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50392" y="243230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— Formulario validado: nombre, precio, tueste, molienda, origen, stock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3017520"/>
            <a:ext cx="274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017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0392" y="298094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publicaciones — Ver, editar o eliminar productos propios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3566160"/>
            <a:ext cx="2743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50392" y="352958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— Editar datos personales de la cuenta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19472" y="799702"/>
            <a:ext cx="3977640" cy="3767328"/>
          </a:xfrm>
          <a:prstGeom prst="rect">
            <a:avLst/>
          </a:prstGeom>
          <a:solidFill>
            <a:srgbClr val="1A1A1A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19472" y="799702"/>
            <a:ext cx="3977640" cy="64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02352" y="90943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PROTEGIDAS · PRIVATEROUTE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5102352" y="1238614"/>
            <a:ext cx="3611880" cy="676656"/>
          </a:xfrm>
          <a:prstGeom prst="rect">
            <a:avLst/>
          </a:prstGeom>
          <a:solidFill>
            <a:srgbClr val="222222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66944" y="133005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/perfil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266944" y="156779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 perfil de usuario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02352" y="2006710"/>
            <a:ext cx="3611880" cy="676656"/>
          </a:xfrm>
          <a:prstGeom prst="rect">
            <a:avLst/>
          </a:prstGeom>
          <a:solidFill>
            <a:srgbClr val="222222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66944" y="209815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/pedidos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66944" y="233589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órdenes de compra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102352" y="2774806"/>
            <a:ext cx="3611880" cy="676656"/>
          </a:xfrm>
          <a:prstGeom prst="rect">
            <a:avLst/>
          </a:prstGeom>
          <a:solidFill>
            <a:srgbClr val="222222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66944" y="286624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/mis-publicaciones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266944" y="310399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del catálogo propio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102352" y="3542902"/>
            <a:ext cx="3611880" cy="676656"/>
          </a:xfrm>
          <a:prstGeom prst="rect">
            <a:avLst/>
          </a:prstGeom>
          <a:solidFill>
            <a:srgbClr val="222222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66944" y="363434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/publicaciones/nueva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266944" y="387208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nueva publicación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4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· STACK TÉCNICO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8229600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 Técnico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347472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35024"/>
            <a:ext cx="2011680" cy="1609344"/>
          </a:xfrm>
          <a:prstGeom prst="rect">
            <a:avLst/>
          </a:prstGeom>
          <a:solidFill>
            <a:srgbClr val="F9F9F9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35024"/>
            <a:ext cx="2011680" cy="6401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0936" y="146304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⚛️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30936" y="19385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18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" y="2231136"/>
            <a:ext cx="1737360" cy="6401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" y="230428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funcionales con hooks. Sin clases en toda la app.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660904" y="1335024"/>
            <a:ext cx="2011680" cy="1609344"/>
          </a:xfrm>
          <a:prstGeom prst="rect">
            <a:avLst/>
          </a:prstGeom>
          <a:solidFill>
            <a:srgbClr val="F9F9F9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60904" y="1335024"/>
            <a:ext cx="2011680" cy="6401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88920" y="146304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788920" y="19385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88920" y="2231136"/>
            <a:ext cx="1737360" cy="6401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88920" y="230428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tool. Dev server ultrarrápido con HMR.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818888" y="1335024"/>
            <a:ext cx="2011680" cy="1609344"/>
          </a:xfrm>
          <a:prstGeom prst="rect">
            <a:avLst/>
          </a:prstGeom>
          <a:solidFill>
            <a:srgbClr val="F9F9F9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18888" y="1335024"/>
            <a:ext cx="2011680" cy="6401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46904" y="146304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🔀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946904" y="19385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Router v6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46904" y="2231136"/>
            <a:ext cx="1737360" cy="6401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46904" y="230428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anidadas y rutas protegidas con PrivateRoute.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976872" y="1335024"/>
            <a:ext cx="2011680" cy="1609344"/>
          </a:xfrm>
          <a:prstGeom prst="rect">
            <a:avLst/>
          </a:prstGeom>
          <a:solidFill>
            <a:srgbClr val="F9F9F9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76872" y="1335024"/>
            <a:ext cx="2011680" cy="6401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04888" y="146304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104888" y="19385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API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104888" y="2231136"/>
            <a:ext cx="1737360" cy="6401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04888" y="230428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AuthContext (JWT + usuario) y CartContext (useReducer).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02920" y="3072384"/>
            <a:ext cx="2011680" cy="1609344"/>
          </a:xfrm>
          <a:prstGeom prst="rect">
            <a:avLst/>
          </a:prstGeom>
          <a:solidFill>
            <a:srgbClr val="F9F9F9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3072384"/>
            <a:ext cx="2011680" cy="6401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" y="320040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30936" y="367588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Axios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0936" y="3968496"/>
            <a:ext cx="1737360" cy="6401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" y="404164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Instancia con interceptores para JWT y manejo de 401.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660904" y="3072384"/>
            <a:ext cx="2011680" cy="1609344"/>
          </a:xfrm>
          <a:prstGeom prst="rect">
            <a:avLst/>
          </a:prstGeom>
          <a:solidFill>
            <a:srgbClr val="F9F9F9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660904" y="3072384"/>
            <a:ext cx="2011680" cy="6401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88920" y="320040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2788920" y="367588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react-hook-form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788920" y="3968496"/>
            <a:ext cx="1737360" cy="6401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88920" y="404164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formularios con errores en tiempo real.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18888" y="3072384"/>
            <a:ext cx="2011680" cy="1609344"/>
          </a:xfrm>
          <a:prstGeom prst="rect">
            <a:avLst/>
          </a:prstGeom>
          <a:solidFill>
            <a:srgbClr val="F9F9F9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18888" y="3072384"/>
            <a:ext cx="2011680" cy="6401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46904" y="320040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4946904" y="367588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Bootstrap 5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946904" y="3968496"/>
            <a:ext cx="1737360" cy="6401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46904" y="404164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responsive + sistema de diseño CSS propio.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976872" y="3072384"/>
            <a:ext cx="2011680" cy="1609344"/>
          </a:xfrm>
          <a:prstGeom prst="rect">
            <a:avLst/>
          </a:prstGeom>
          <a:solidFill>
            <a:srgbClr val="F9F9F9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976872" y="3072384"/>
            <a:ext cx="2011680" cy="6401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104888" y="320040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7104888" y="367588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JWT Auth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104888" y="3968496"/>
            <a:ext cx="1737360" cy="6401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04888" y="404164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persistido en localStorage con logout automático en 401.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· FRONTEND SPA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8229600" cy="497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Arquitectura de la Aplicación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347472" cy="7315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61872"/>
            <a:ext cx="8321040" cy="658368"/>
          </a:xfrm>
          <a:prstGeom prst="rect">
            <a:avLst/>
          </a:prstGeom>
          <a:solidFill>
            <a:srgbClr val="1F1F1F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261872"/>
            <a:ext cx="31089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61872"/>
            <a:ext cx="310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32688" y="131673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— Pages + Components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32688" y="157276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· Tienda · Detalle · Carrito · Perfil · Pedidos · Mis Publicaciones · Nueva Publicación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02920" y="1993392"/>
            <a:ext cx="8321040" cy="658368"/>
          </a:xfrm>
          <a:prstGeom prst="rect">
            <a:avLst/>
          </a:prstGeom>
          <a:solidFill>
            <a:srgbClr val="1A1A1A"/>
          </a:solidFill>
          <a:ln w="635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11" name="Shape 9"/>
          <p:cNvSpPr/>
          <p:nvPr/>
        </p:nvSpPr>
        <p:spPr>
          <a:xfrm>
            <a:off x="502920" y="1993392"/>
            <a:ext cx="31089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993392"/>
            <a:ext cx="310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32688" y="204825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ENRUTAMIENTO — React Router v6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32688" y="230428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BrowserRouter · Routes · PrivateRoute (redirige a /login si el usuario no está autenticado)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02920" y="2724912"/>
            <a:ext cx="8321040" cy="658368"/>
          </a:xfrm>
          <a:prstGeom prst="rect">
            <a:avLst/>
          </a:prstGeom>
          <a:solidFill>
            <a:srgbClr val="161616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2724912"/>
            <a:ext cx="31089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724912"/>
            <a:ext cx="310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32688" y="277977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GLOBAL — Context API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32688" y="303580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AuthContext (user + token JWT)  ·  CartContext (useReducer: ADD_ITEM / REMOVE_ITEM / UPDATE_QUANTITY / CLEAR_CART)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02920" y="3456432"/>
            <a:ext cx="8321040" cy="658368"/>
          </a:xfrm>
          <a:prstGeom prst="rect">
            <a:avLst/>
          </a:prstGeom>
          <a:solidFill>
            <a:srgbClr val="121212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456432"/>
            <a:ext cx="31089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456432"/>
            <a:ext cx="310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32688" y="351129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— Axios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32688" y="376732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axiosConfig.js · authService.js · publicationsService.js  |  Interceptor JWT en request · Handler 401 en response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02920" y="4187952"/>
            <a:ext cx="8321040" cy="658368"/>
          </a:xfrm>
          <a:prstGeom prst="rect">
            <a:avLst/>
          </a:prstGeom>
          <a:solidFill>
            <a:srgbClr val="0D0D0D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4187952"/>
            <a:ext cx="31089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187952"/>
            <a:ext cx="310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32688" y="424281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— Backend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32688" y="449884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VITE_API_URL = http://localhost:3000/api  |  Authorization: Bearer &lt;token&gt;  |  Fallback a datos estáticos si falla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4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· MOMENTOS DESTACADOS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8229600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mejor del proceso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347472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53312"/>
            <a:ext cx="2697480" cy="3438144"/>
          </a:xfrm>
          <a:prstGeom prst="rect">
            <a:avLst/>
          </a:prstGeom>
          <a:solidFill>
            <a:srgbClr val="F9F9F9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53312"/>
            <a:ext cx="2697480" cy="6401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517904"/>
            <a:ext cx="2368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3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667512" y="1755648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Sistema visual propio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67512" y="2176272"/>
            <a:ext cx="219456" cy="6401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2304288"/>
            <a:ext cx="2368296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9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el sistema de diseño desde cero —paleta monocromática, tipografía editorial Playfair Display, componentes CSS reutilizables— fue el momento en que el proyecto cobró identidad propia.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83280" y="1353312"/>
            <a:ext cx="2697480" cy="3438144"/>
          </a:xfrm>
          <a:prstGeom prst="rect">
            <a:avLst/>
          </a:prstGeom>
          <a:solidFill>
            <a:srgbClr val="F9F9F9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1353312"/>
            <a:ext cx="2697480" cy="6401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47872" y="1517904"/>
            <a:ext cx="2368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3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547872" y="1755648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Flujo JWT completo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547872" y="2176272"/>
            <a:ext cx="219456" cy="6401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47872" y="2304288"/>
            <a:ext cx="2368296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9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AuthContext + interceptores Axios + PrivateRoute funcionando en conjunto fue el logro técnico más satisfactorio. Ver el 401 redirigir automáticamente al login fue el momento 'eureka'.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63640" y="1353312"/>
            <a:ext cx="2697480" cy="3438144"/>
          </a:xfrm>
          <a:prstGeom prst="rect">
            <a:avLst/>
          </a:prstGeom>
          <a:solidFill>
            <a:srgbClr val="F9F9F9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1353312"/>
            <a:ext cx="2697480" cy="6401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28232" y="1517904"/>
            <a:ext cx="2368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3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428232" y="1755648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CartContext con useReducer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28232" y="2176272"/>
            <a:ext cx="219456" cy="6401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28232" y="2304288"/>
            <a:ext cx="2368296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9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el reducer del carrito con ADD, REMOVE, UPDATE y CLEAR de forma predecible fue el reto que más enseñó sobre arquitectura de estado. El patrón es escalable y fácil de testear.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REFLEXIÓN · DESAFÍOS Y SOLUCIONES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8229600" cy="497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Dificultades que resolvimos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347472" cy="7315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53312"/>
            <a:ext cx="2697480" cy="343814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53312"/>
            <a:ext cx="2697480" cy="64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517904"/>
            <a:ext cx="2368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667512" y="1755648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Re-renders en la Galería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67512" y="2176272"/>
            <a:ext cx="219456" cy="6401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2304288"/>
            <a:ext cx="2368296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filtros se ejecutaban en cada render aunque nada hubiera cambiado.</a:t>
            </a:r>
            <a:endParaRPr lang="en-US" sz="950" dirty="0"/>
          </a:p>
          <a:p>
            <a:pPr marL="0" indent="0" algn="l">
              <a:lnSpc>
                <a:spcPct val="150000"/>
              </a:lnSpc>
              <a:buNone/>
            </a:pPr>
            <a:endParaRPr lang="en-US" sz="9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Solución: useCallback para memoizar applyFilters + useEffect con dependencias exactas.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83280" y="1353312"/>
            <a:ext cx="2697480" cy="343814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1353312"/>
            <a:ext cx="2697480" cy="64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47872" y="1517904"/>
            <a:ext cx="2368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547872" y="1755648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Carrito entre rutas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547872" y="2176272"/>
            <a:ext cx="219456" cy="6401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47872" y="2304288"/>
            <a:ext cx="2368296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navegar el carrito parecía resetearse.</a:t>
            </a:r>
            <a:endParaRPr lang="en-US" sz="950" dirty="0"/>
          </a:p>
          <a:p>
            <a:pPr marL="0" indent="0" algn="l">
              <a:lnSpc>
                <a:spcPct val="150000"/>
              </a:lnSpc>
              <a:buNone/>
            </a:pPr>
            <a:endParaRPr lang="en-US" sz="9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Solución: CartProvider debe envolver toda la app en el árbol de componentes, no solo una sección.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63640" y="1353312"/>
            <a:ext cx="2697480" cy="343814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1353312"/>
            <a:ext cx="2697480" cy="640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28232" y="1517904"/>
            <a:ext cx="2368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kern="0" spc="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RESILIENCIA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428232" y="1755648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API no disponible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28232" y="2176272"/>
            <a:ext cx="219456" cy="6401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28232" y="2304288"/>
            <a:ext cx="2368296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backend activo la app quedaba en blanco.</a:t>
            </a:r>
            <a:endParaRPr lang="en-US" sz="950" dirty="0"/>
          </a:p>
          <a:p>
            <a:pPr marL="0" indent="0" algn="l">
              <a:lnSpc>
                <a:spcPct val="150000"/>
              </a:lnSpc>
              <a:buNone/>
            </a:pPr>
            <a:endParaRPr lang="en-US" sz="9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Solución: bloque catch en cada fetch con datos estáticos SAMPLE_PUBLICATIONS como fallback.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unsplash.com/photo-1559056199-641a0ac8b55e?w=1200&amp;auto=format"/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71600" y="82296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"El café no es solo una bebida,</a:t>
            </a:r>
            <a:endParaRPr lang="en-US" sz="20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 un puente entre culturas,</a:t>
            </a:r>
            <a:endParaRPr lang="en-US" sz="20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personas y momentos únicos."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1371600" y="25786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MktCafé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3749040" y="2999232"/>
            <a:ext cx="1645920" cy="7315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371600" y="3200400"/>
            <a:ext cx="6400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Gracias.</a:t>
            </a:r>
            <a:endParaRPr lang="en-US" sz="5600" dirty="0"/>
          </a:p>
        </p:txBody>
      </p:sp>
      <p:sp>
        <p:nvSpPr>
          <p:cNvPr id="7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7823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Sofía Osorio  ·  Full Stack + React  ·  Desafío Latam  ·  2025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914</Words>
  <Application>Microsoft Office PowerPoint</Application>
  <PresentationFormat>Presentación en pantalla (16:9)</PresentationFormat>
  <Paragraphs>150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MktCafé — Presentación Final Hito 5</dc:title>
  <dc:subject>PptxGenJS Presentation</dc:subject>
  <dc:creator>Sofía Osorio</dc:creator>
  <cp:lastModifiedBy>Sofia Osorio</cp:lastModifiedBy>
  <cp:revision>1</cp:revision>
  <dcterms:created xsi:type="dcterms:W3CDTF">2026-05-25T16:49:31Z</dcterms:created>
  <dcterms:modified xsi:type="dcterms:W3CDTF">2026-05-25T19:56:06Z</dcterms:modified>
</cp:coreProperties>
</file>